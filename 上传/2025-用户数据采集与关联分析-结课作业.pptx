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346" r:id="rId4"/>
    <p:sldId id="508" r:id="rId6"/>
    <p:sldId id="616" r:id="rId7"/>
    <p:sldId id="617" r:id="rId8"/>
    <p:sldId id="618" r:id="rId9"/>
    <p:sldId id="619" r:id="rId10"/>
    <p:sldId id="620" r:id="rId11"/>
    <p:sldId id="623" r:id="rId12"/>
    <p:sldId id="633" r:id="rId13"/>
    <p:sldId id="634" r:id="rId14"/>
    <p:sldId id="622" r:id="rId15"/>
    <p:sldId id="637" r:id="rId16"/>
    <p:sldId id="641" r:id="rId17"/>
    <p:sldId id="640" r:id="rId18"/>
    <p:sldId id="367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0448" autoAdjust="0"/>
  </p:normalViewPr>
  <p:slideViewPr>
    <p:cSldViewPr snapToGrid="0" showGuides="1">
      <p:cViewPr varScale="1">
        <p:scale>
          <a:sx n="67" d="100"/>
          <a:sy n="67" d="100"/>
        </p:scale>
        <p:origin x="1106" y="55"/>
      </p:cViewPr>
      <p:guideLst>
        <p:guide orient="horz" pos="216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58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18434" name="备注占位符 2"/>
          <p:cNvSpPr>
            <a:spLocks noGrp="1"/>
          </p:cNvSpPr>
          <p:nvPr>
            <p:ph type="body"/>
          </p:nvPr>
        </p:nvSpPr>
        <p:spPr/>
        <p:txBody>
          <a:bodyPr wrap="square" lIns="96661" tIns="48331" rIns="96661" bIns="48331" anchor="t"/>
          <a:lstStyle/>
          <a:p>
            <a:pPr lvl="0" eaLnBrk="1" hangingPunct="1">
              <a:spcBef>
                <a:spcPct val="0"/>
              </a:spcBef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wrap="square" lIns="96661" tIns="48331" rIns="96661" bIns="48331" anchor="b"/>
          <a:lstStyle/>
          <a:p>
            <a:pPr marL="0" lvl="0" indent="0" algn="r" eaLnBrk="1" latinLnBrk="0" hangingPunct="1"/>
            <a:fld id="{9A0DB2DC-4C9A-4742-B13C-FB6460FD3503}" type="slidenum">
              <a:rPr lang="zh-CN" altLang="en-US" sz="1300">
                <a:latin typeface="Arial" panose="020B0604020202090204" pitchFamily="34" charset="0"/>
                <a:ea typeface="宋体" pitchFamily="2" charset="-122"/>
              </a:rPr>
            </a:fld>
            <a:endParaRPr lang="zh-CN" altLang="en-US" sz="1300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18434" name="备注占位符 2"/>
          <p:cNvSpPr>
            <a:spLocks noGrp="1"/>
          </p:cNvSpPr>
          <p:nvPr>
            <p:ph type="body"/>
          </p:nvPr>
        </p:nvSpPr>
        <p:spPr/>
        <p:txBody>
          <a:bodyPr wrap="square" lIns="96661" tIns="48331" rIns="96661" bIns="48331" anchor="t"/>
          <a:lstStyle/>
          <a:p>
            <a:pPr lvl="0" eaLnBrk="1" hangingPunct="1">
              <a:spcBef>
                <a:spcPct val="0"/>
              </a:spcBef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wrap="square" lIns="96661" tIns="48331" rIns="96661" bIns="48331" anchor="b"/>
          <a:lstStyle/>
          <a:p>
            <a:pPr marL="0" lvl="0" indent="0" algn="r" eaLnBrk="1" latinLnBrk="0" hangingPunct="1"/>
            <a:fld id="{9A0DB2DC-4C9A-4742-B13C-FB6460FD3503}" type="slidenum">
              <a:rPr lang="zh-CN" altLang="en-US" sz="1300">
                <a:latin typeface="Arial" panose="020B0604020202090204" pitchFamily="34" charset="0"/>
                <a:ea typeface="宋体" pitchFamily="2" charset="-122"/>
              </a:rPr>
            </a:fld>
            <a:endParaRPr lang="zh-CN" altLang="en-US" sz="1300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18434" name="备注占位符 2"/>
          <p:cNvSpPr>
            <a:spLocks noGrp="1"/>
          </p:cNvSpPr>
          <p:nvPr>
            <p:ph type="body"/>
          </p:nvPr>
        </p:nvSpPr>
        <p:spPr/>
        <p:txBody>
          <a:bodyPr wrap="square" lIns="96661" tIns="48331" rIns="96661" bIns="48331" anchor="t"/>
          <a:lstStyle/>
          <a:p>
            <a:pPr lvl="0" eaLnBrk="1" hangingPunct="1">
              <a:spcBef>
                <a:spcPct val="0"/>
              </a:spcBef>
            </a:pPr>
            <a:endParaRPr lang="zh-CN" altLang="en-US">
              <a:ea typeface="宋体" pitchFamily="2" charset="-122"/>
            </a:endParaRPr>
          </a:p>
        </p:txBody>
      </p:sp>
      <p:sp>
        <p:nvSpPr>
          <p:cNvPr id="1843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wrap="square" lIns="96661" tIns="48331" rIns="96661" bIns="48331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"/>
          <p:cNvSpPr txBox="1"/>
          <p:nvPr userDrawn="1"/>
        </p:nvSpPr>
        <p:spPr>
          <a:xfrm>
            <a:off x="-500151" y="6413236"/>
            <a:ext cx="3909754" cy="251351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algn="ctr" defTabSz="0">
              <a:lnSpc>
                <a:spcPts val="1600"/>
              </a:lnSpc>
              <a:tabLst>
                <a:tab pos="1549400" algn="l"/>
              </a:tabLst>
            </a:pP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经济与管理学院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 flipV="1">
            <a:off x="0" y="994805"/>
            <a:ext cx="7232400" cy="7094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cap="none" spc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4" name="矩形 13"/>
          <p:cNvSpPr/>
          <p:nvPr userDrawn="1"/>
        </p:nvSpPr>
        <p:spPr>
          <a:xfrm flipV="1">
            <a:off x="0" y="6285406"/>
            <a:ext cx="12186000" cy="1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cap="none" spc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5" name="TextBox 1"/>
          <p:cNvSpPr txBox="1"/>
          <p:nvPr userDrawn="1"/>
        </p:nvSpPr>
        <p:spPr>
          <a:xfrm>
            <a:off x="8628609" y="6413236"/>
            <a:ext cx="3909754" cy="256480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algn="ctr" defTabSz="0">
              <a:lnSpc>
                <a:spcPts val="1600"/>
              </a:lnSpc>
              <a:tabLst>
                <a:tab pos="1549400" algn="l"/>
              </a:tabLst>
            </a:pPr>
            <a:fld id="{1D8BD707-D9CF-40AE-B4C6-C98DA3205C09}" type="datetimeFigureOut">
              <a:rPr lang="en-US" altLang="zh-CN" sz="1400" smtClean="0">
                <a:solidFill>
                  <a:schemeClr val="bg1">
                    <a:lumMod val="50000"/>
                  </a:schemeClr>
                </a:solidFill>
              </a:rPr>
            </a:fld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矩形 4"/>
          <p:cNvSpPr/>
          <p:nvPr userDrawn="1"/>
        </p:nvSpPr>
        <p:spPr>
          <a:xfrm flipV="1">
            <a:off x="0" y="994805"/>
            <a:ext cx="9031975" cy="7094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cap="none" spc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931584"/>
            <a:ext cx="7780867" cy="390736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9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91740" y="208105"/>
            <a:ext cx="2338722" cy="75658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250749"/>
            <a:ext cx="10363200" cy="180154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3495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328" y="3338347"/>
            <a:ext cx="3281072" cy="1676713"/>
          </a:xfrm>
        </p:spPr>
        <p:txBody>
          <a:bodyPr anchor="ctr"/>
          <a:lstStyle>
            <a:lvl1pPr marL="0" indent="0" algn="ctr">
              <a:buNone/>
              <a:defRPr sz="1745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  <a:lvl2pPr marL="332740" indent="0" algn="ctr">
              <a:buNone/>
              <a:defRPr sz="1455"/>
            </a:lvl2pPr>
            <a:lvl3pPr marL="665480" indent="0" algn="ctr">
              <a:buNone/>
              <a:defRPr sz="1310"/>
            </a:lvl3pPr>
            <a:lvl4pPr marL="998220" indent="0" algn="ctr">
              <a:buNone/>
              <a:defRPr sz="1165"/>
            </a:lvl4pPr>
            <a:lvl5pPr marL="1330960" indent="0" algn="ctr">
              <a:buNone/>
              <a:defRPr sz="1165"/>
            </a:lvl5pPr>
            <a:lvl6pPr marL="1664335" indent="0" algn="ctr">
              <a:buNone/>
              <a:defRPr sz="1165"/>
            </a:lvl6pPr>
            <a:lvl7pPr marL="1997075" indent="0" algn="ctr">
              <a:buNone/>
              <a:defRPr sz="1165"/>
            </a:lvl7pPr>
            <a:lvl8pPr marL="2329815" indent="0" algn="ctr">
              <a:buNone/>
              <a:defRPr sz="1165"/>
            </a:lvl8pPr>
            <a:lvl9pPr marL="2662555" indent="0" algn="ctr">
              <a:buNone/>
              <a:defRPr sz="1165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en-US" strike="noStrike" noProof="1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/>
            </a:lvl1pPr>
          </a:lstStyle>
          <a:p>
            <a:pPr fontAlgn="base">
              <a:defRPr/>
            </a:pPr>
            <a:fld id="{11E5A8C4-F94E-4A4D-B776-B3BB18CDA35D}" type="datetime1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r>
              <a:rPr lang="zh-CN" altLang="en-US" noProof="1">
                <a:latin typeface="+mn-lt"/>
                <a:ea typeface="+mn-ea"/>
                <a:cs typeface="+mn-cs"/>
              </a:rPr>
              <a:t>1</a:t>
            </a:r>
            <a:endParaRPr lang="zh-CN" altLang="en-US" noProof="1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/>
            </a:lvl1pPr>
          </a:lstStyle>
          <a:p>
            <a:pPr fontAlgn="base">
              <a:defRPr/>
            </a:pPr>
            <a:fld id="{B6C0577D-58D8-4251-BB4A-6E97FC77C3C3}" type="slidenum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</p:spTree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8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9110" y="1164253"/>
            <a:ext cx="12175975" cy="697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123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9400" y="127000"/>
            <a:ext cx="1028701" cy="90381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170" y="126827"/>
            <a:ext cx="9320890" cy="905173"/>
          </a:xfrm>
          <a:prstGeom prst="rect">
            <a:avLst/>
          </a:prstGeom>
        </p:spPr>
        <p:txBody>
          <a:bodyPr anchor="ctr"/>
          <a:lstStyle>
            <a:lvl1pPr algn="l">
              <a:defRPr sz="291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332" y="1366228"/>
            <a:ext cx="11136196" cy="4810735"/>
          </a:xfrm>
        </p:spPr>
        <p:txBody>
          <a:bodyPr/>
          <a:lstStyle>
            <a:lvl1pPr marL="166370" indent="-166370">
              <a:buFont typeface="Wingdings" panose="05000000000000000000" pitchFamily="2" charset="2"/>
              <a:buChar char="Ø"/>
              <a:defRPr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defRPr>
            </a:lvl1pPr>
            <a:lvl2pPr marL="499110" indent="-166370">
              <a:buFont typeface="Wingdings" panose="05000000000000000000" pitchFamily="2" charset="2"/>
              <a:buChar char="Ø"/>
              <a:defRPr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defRPr>
            </a:lvl2pPr>
            <a:lvl3pPr marL="831850" indent="-166370">
              <a:buFont typeface="Wingdings" panose="05000000000000000000" pitchFamily="2" charset="2"/>
              <a:buChar char="Ø"/>
              <a:defRPr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defRPr>
            </a:lvl3pPr>
            <a:lvl4pPr marL="1164590" indent="-166370">
              <a:buFont typeface="Wingdings" panose="05000000000000000000" pitchFamily="2" charset="2"/>
              <a:buChar char="Ø"/>
              <a:defRPr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defRPr>
            </a:lvl4pPr>
            <a:lvl5pPr marL="1497965" indent="-166370">
              <a:buFont typeface="Wingdings" panose="05000000000000000000" pitchFamily="2" charset="2"/>
              <a:buChar char="Ø"/>
              <a:defRPr>
                <a:latin typeface="Times New Roman" panose="02020503050405090304" pitchFamily="18" charset="0"/>
                <a:ea typeface="华文楷体" panose="02010600040101010101" pitchFamily="2" charset="-122"/>
                <a:cs typeface="Times New Roman" panose="02020503050405090304" pitchFamily="18" charset="0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BEB5A700-1889-4F34-AAA5-2300069278BC}" type="datetime1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r>
              <a:rPr lang="zh-CN" altLang="en-US" noProof="1">
                <a:latin typeface="+mn-lt"/>
                <a:ea typeface="+mn-ea"/>
                <a:cs typeface="+mn-cs"/>
              </a:rPr>
              <a:t>1</a:t>
            </a:r>
            <a:endParaRPr lang="zh-CN" altLang="en-US" noProof="1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3EE7D1D6-BD75-4ED8-A4EE-71289BB04787}" type="slidenum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</p:spTree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400" y="127000"/>
            <a:ext cx="1509184" cy="132926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7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9850" y="1477433"/>
            <a:ext cx="12331701" cy="12276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113280" y="280683"/>
            <a:ext cx="9240520" cy="1029762"/>
          </a:xfrm>
          <a:prstGeom prst="rect">
            <a:avLst/>
          </a:prstGeom>
        </p:spPr>
        <p:txBody>
          <a:bodyPr anchor="ctr"/>
          <a:lstStyle>
            <a:lvl1pPr algn="l"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9DA0A81C-8E88-4F9C-8479-6C2EA135095E}" type="datetime1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r>
              <a:rPr lang="zh-CN" altLang="en-US" noProof="1">
                <a:latin typeface="+mn-lt"/>
                <a:ea typeface="+mn-ea"/>
                <a:cs typeface="+mn-cs"/>
              </a:rPr>
              <a:t>1</a:t>
            </a:r>
            <a:endParaRPr lang="zh-CN" altLang="en-US" noProof="1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81B08B0F-86E2-4959-8D4C-39794027DA60}" type="slidenum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</p:spTree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400" y="127000"/>
            <a:ext cx="1509184" cy="132926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1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8682" y="1445684"/>
            <a:ext cx="12340167" cy="12911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itle 1"/>
          <p:cNvSpPr txBox="1"/>
          <p:nvPr userDrawn="1"/>
        </p:nvSpPr>
        <p:spPr>
          <a:xfrm>
            <a:off x="2123017" y="270934"/>
            <a:ext cx="9224434" cy="103081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fontAlgn="base">
              <a:spcAft>
                <a:spcPts val="0"/>
              </a:spcAft>
              <a:defRPr/>
            </a:pPr>
            <a:r>
              <a:rPr lang="zh-CN" altLang="en-US" sz="3205" strike="noStrike" noProof="1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单击此处编辑母版标题样式</a:t>
            </a:r>
            <a:endParaRPr lang="en-US" sz="3205" strike="noStrike" noProof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37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745">
                <a:solidFill>
                  <a:schemeClr val="tx1"/>
                </a:solidFill>
              </a:defRPr>
            </a:lvl1pPr>
            <a:lvl2pPr marL="332740" indent="0">
              <a:buNone/>
              <a:defRPr sz="1455">
                <a:solidFill>
                  <a:schemeClr val="tx1">
                    <a:tint val="75000"/>
                  </a:schemeClr>
                </a:solidFill>
              </a:defRPr>
            </a:lvl2pPr>
            <a:lvl3pPr marL="665480" indent="0">
              <a:buNone/>
              <a:defRPr sz="1310">
                <a:solidFill>
                  <a:schemeClr val="tx1">
                    <a:tint val="75000"/>
                  </a:schemeClr>
                </a:solidFill>
              </a:defRPr>
            </a:lvl3pPr>
            <a:lvl4pPr marL="998220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4pPr>
            <a:lvl5pPr marL="1330960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5pPr>
            <a:lvl6pPr marL="1664335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6pPr>
            <a:lvl7pPr marL="1997075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7pPr>
            <a:lvl8pPr marL="2329815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8pPr>
            <a:lvl9pPr marL="2662555" indent="0">
              <a:buNone/>
              <a:defRPr sz="11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43D81186-F576-454B-90D6-9049449B703E}" type="datetime1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r>
              <a:rPr lang="zh-CN" altLang="en-US" noProof="1">
                <a:latin typeface="+mn-lt"/>
                <a:ea typeface="+mn-ea"/>
                <a:cs typeface="+mn-cs"/>
              </a:rPr>
              <a:t>1</a:t>
            </a:r>
            <a:endParaRPr lang="zh-CN" altLang="en-US" noProof="1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1754A0B0-F1E1-4C75-AD06-CFCEBFD55A6A}" type="slidenum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</p:spTree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4082" y="1377950"/>
            <a:ext cx="12340167" cy="127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5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6851" y="78318"/>
            <a:ext cx="1511301" cy="132926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745" b="1"/>
            </a:lvl1pPr>
            <a:lvl2pPr marL="332740" indent="0">
              <a:buNone/>
              <a:defRPr sz="1455" b="1"/>
            </a:lvl2pPr>
            <a:lvl3pPr marL="665480" indent="0">
              <a:buNone/>
              <a:defRPr sz="1310" b="1"/>
            </a:lvl3pPr>
            <a:lvl4pPr marL="998220" indent="0">
              <a:buNone/>
              <a:defRPr sz="1165" b="1"/>
            </a:lvl4pPr>
            <a:lvl5pPr marL="1330960" indent="0">
              <a:buNone/>
              <a:defRPr sz="1165" b="1"/>
            </a:lvl5pPr>
            <a:lvl6pPr marL="1664335" indent="0">
              <a:buNone/>
              <a:defRPr sz="1165" b="1"/>
            </a:lvl6pPr>
            <a:lvl7pPr marL="1997075" indent="0">
              <a:buNone/>
              <a:defRPr sz="1165" b="1"/>
            </a:lvl7pPr>
            <a:lvl8pPr marL="2329815" indent="0">
              <a:buNone/>
              <a:defRPr sz="1165" b="1"/>
            </a:lvl8pPr>
            <a:lvl9pPr marL="2662555" indent="0">
              <a:buNone/>
              <a:defRPr sz="1165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745" b="1"/>
            </a:lvl1pPr>
            <a:lvl2pPr marL="332740" indent="0">
              <a:buNone/>
              <a:defRPr sz="1455" b="1"/>
            </a:lvl2pPr>
            <a:lvl3pPr marL="665480" indent="0">
              <a:buNone/>
              <a:defRPr sz="1310" b="1"/>
            </a:lvl3pPr>
            <a:lvl4pPr marL="998220" indent="0">
              <a:buNone/>
              <a:defRPr sz="1165" b="1"/>
            </a:lvl4pPr>
            <a:lvl5pPr marL="1330960" indent="0">
              <a:buNone/>
              <a:defRPr sz="1165" b="1"/>
            </a:lvl5pPr>
            <a:lvl6pPr marL="1664335" indent="0">
              <a:buNone/>
              <a:defRPr sz="1165" b="1"/>
            </a:lvl6pPr>
            <a:lvl7pPr marL="1997075" indent="0">
              <a:buNone/>
              <a:defRPr sz="1165" b="1"/>
            </a:lvl7pPr>
            <a:lvl8pPr marL="2329815" indent="0">
              <a:buNone/>
              <a:defRPr sz="1165" b="1"/>
            </a:lvl8pPr>
            <a:lvl9pPr marL="2662555" indent="0">
              <a:buNone/>
              <a:defRPr sz="1165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29536" y="228170"/>
            <a:ext cx="9224264" cy="1029762"/>
          </a:xfrm>
          <a:prstGeom prst="rect">
            <a:avLst/>
          </a:prstGeom>
        </p:spPr>
        <p:txBody>
          <a:bodyPr anchor="ctr"/>
          <a:lstStyle>
            <a:lvl1pPr algn="l"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2C6B4C4E-B5BF-4D88-832B-7823EBB56793}" type="datetime1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r>
              <a:rPr lang="zh-CN" altLang="en-US" noProof="1">
                <a:latin typeface="+mn-lt"/>
                <a:ea typeface="+mn-ea"/>
                <a:cs typeface="+mn-cs"/>
              </a:rPr>
              <a:t>1</a:t>
            </a:r>
            <a:endParaRPr lang="zh-CN" altLang="en-US" noProof="1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C3501FFB-2E93-4A6B-A79D-EC0FD954E631}" type="slidenum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</p:spTree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133" y="169333"/>
            <a:ext cx="1511301" cy="132926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19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74082" y="1498600"/>
            <a:ext cx="12340167" cy="12911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29536" y="319954"/>
            <a:ext cx="9224264" cy="1029762"/>
          </a:xfrm>
          <a:prstGeom prst="rect">
            <a:avLst/>
          </a:prstGeom>
        </p:spPr>
        <p:txBody>
          <a:bodyPr anchor="ctr"/>
          <a:lstStyle>
            <a:lvl1pPr algn="l"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E0EC85AC-3DFC-4E8C-AB8E-DCBACAB943D8}" type="datetime1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r>
              <a:rPr lang="zh-CN" altLang="en-US" noProof="1">
                <a:latin typeface="+mn-lt"/>
                <a:ea typeface="+mn-ea"/>
                <a:cs typeface="+mn-cs"/>
              </a:rPr>
              <a:t>1</a:t>
            </a:r>
            <a:endParaRPr lang="zh-CN" altLang="en-US" noProof="1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63A559DF-C00E-4B7C-80FD-CC65FE27DCF0}" type="slidenum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</p:spTree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4082" y="1365251"/>
            <a:ext cx="12340167" cy="12911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3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0133" y="35984"/>
            <a:ext cx="1511301" cy="132926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29536" y="186094"/>
            <a:ext cx="9224264" cy="1029762"/>
          </a:xfrm>
          <a:prstGeom prst="rect">
            <a:avLst/>
          </a:prstGeom>
        </p:spPr>
        <p:txBody>
          <a:bodyPr anchor="ctr"/>
          <a:lstStyle>
            <a:lvl1pPr algn="l"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5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C194E595-B90A-4DF9-9393-E8A7EA54759D}" type="datetime1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r>
              <a:rPr lang="zh-CN" altLang="en-US" noProof="1">
                <a:latin typeface="+mn-lt"/>
                <a:ea typeface="+mn-ea"/>
                <a:cs typeface="+mn-cs"/>
              </a:rPr>
              <a:t>1</a:t>
            </a:r>
            <a:endParaRPr lang="zh-CN" altLang="en-US" noProof="1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2FE5CAF5-A737-4280-B5C1-680B34F3ED86}" type="slidenum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</p:spTree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133" y="80434"/>
            <a:ext cx="1511301" cy="132926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7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5616" y="1397000"/>
            <a:ext cx="12338050" cy="12911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itle 1"/>
          <p:cNvSpPr txBox="1"/>
          <p:nvPr userDrawn="1"/>
        </p:nvSpPr>
        <p:spPr>
          <a:xfrm>
            <a:off x="2129367" y="228600"/>
            <a:ext cx="9224434" cy="10287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fontAlgn="base">
              <a:spcAft>
                <a:spcPts val="0"/>
              </a:spcAft>
              <a:defRPr/>
            </a:pPr>
            <a:r>
              <a:rPr lang="zh-CN" altLang="en-US" sz="3205" strike="noStrike" noProof="1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单击此处编辑母版标题样式</a:t>
            </a:r>
            <a:endParaRPr lang="en-US" sz="3205" strike="noStrike" noProof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618488"/>
            <a:ext cx="3932238" cy="1600200"/>
          </a:xfrm>
          <a:prstGeom prst="rect">
            <a:avLst/>
          </a:prstGeom>
        </p:spPr>
        <p:txBody>
          <a:bodyPr anchor="b"/>
          <a:lstStyle>
            <a:lvl1pPr>
              <a:defRPr sz="233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242563"/>
          </a:xfrm>
        </p:spPr>
        <p:txBody>
          <a:bodyPr/>
          <a:lstStyle>
            <a:lvl1pPr>
              <a:defRPr sz="2330"/>
            </a:lvl1pPr>
            <a:lvl2pPr>
              <a:defRPr sz="2040"/>
            </a:lvl2pPr>
            <a:lvl3pPr>
              <a:defRPr sz="1745"/>
            </a:lvl3pPr>
            <a:lvl4pPr>
              <a:defRPr sz="1455"/>
            </a:lvl4pPr>
            <a:lvl5pPr>
              <a:defRPr sz="1455"/>
            </a:lvl5pPr>
            <a:lvl6pPr>
              <a:defRPr sz="1455"/>
            </a:lvl6pPr>
            <a:lvl7pPr>
              <a:defRPr sz="1455"/>
            </a:lvl7pPr>
            <a:lvl8pPr>
              <a:defRPr sz="1455"/>
            </a:lvl8pPr>
            <a:lvl9pPr>
              <a:defRPr sz="1455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18688"/>
            <a:ext cx="3932238" cy="2650300"/>
          </a:xfrm>
        </p:spPr>
        <p:txBody>
          <a:bodyPr/>
          <a:lstStyle>
            <a:lvl1pPr marL="0" indent="0">
              <a:buNone/>
              <a:defRPr sz="1165"/>
            </a:lvl1pPr>
            <a:lvl2pPr marL="332740" indent="0">
              <a:buNone/>
              <a:defRPr sz="1020"/>
            </a:lvl2pPr>
            <a:lvl3pPr marL="665480" indent="0">
              <a:buNone/>
              <a:defRPr sz="875"/>
            </a:lvl3pPr>
            <a:lvl4pPr marL="998220" indent="0">
              <a:buNone/>
              <a:defRPr sz="730"/>
            </a:lvl4pPr>
            <a:lvl5pPr marL="1330960" indent="0">
              <a:buNone/>
              <a:defRPr sz="730"/>
            </a:lvl5pPr>
            <a:lvl6pPr marL="1664335" indent="0">
              <a:buNone/>
              <a:defRPr sz="730"/>
            </a:lvl6pPr>
            <a:lvl7pPr marL="1997075" indent="0">
              <a:buNone/>
              <a:defRPr sz="730"/>
            </a:lvl7pPr>
            <a:lvl8pPr marL="2329815" indent="0">
              <a:buNone/>
              <a:defRPr sz="730"/>
            </a:lvl8pPr>
            <a:lvl9pPr marL="2662555" indent="0">
              <a:buNone/>
              <a:defRPr sz="73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C37D0E34-0D74-4730-8030-847ED8B2EC78}" type="datetime1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r>
              <a:rPr lang="zh-CN" altLang="en-US" noProof="1">
                <a:latin typeface="+mn-lt"/>
                <a:ea typeface="+mn-ea"/>
                <a:cs typeface="+mn-cs"/>
              </a:rPr>
              <a:t>1</a:t>
            </a:r>
            <a:endParaRPr lang="zh-CN" altLang="en-US" noProof="1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A46099A2-6E73-4092-AC62-835122D447BC}" type="slidenum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</p:spTree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4082" y="1452034"/>
            <a:ext cx="12340167" cy="12911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1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3200" y="124884"/>
            <a:ext cx="1511301" cy="1327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Title 1"/>
          <p:cNvSpPr txBox="1"/>
          <p:nvPr userDrawn="1"/>
        </p:nvSpPr>
        <p:spPr>
          <a:xfrm>
            <a:off x="2129367" y="228600"/>
            <a:ext cx="9224434" cy="10287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fontAlgn="base">
              <a:spcAft>
                <a:spcPts val="0"/>
              </a:spcAft>
              <a:defRPr/>
            </a:pPr>
            <a:r>
              <a:rPr lang="zh-CN" altLang="en-US" sz="3205" strike="noStrike" noProof="1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单击此处编辑母版标题样式</a:t>
            </a:r>
            <a:endParaRPr lang="en-US" sz="3205" strike="noStrike" noProof="1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615440"/>
            <a:ext cx="3932238" cy="1600200"/>
          </a:xfrm>
          <a:prstGeom prst="rect">
            <a:avLst/>
          </a:prstGeom>
        </p:spPr>
        <p:txBody>
          <a:bodyPr anchor="b"/>
          <a:lstStyle>
            <a:lvl1pPr>
              <a:defRPr sz="233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615440"/>
            <a:ext cx="6172200" cy="4245611"/>
          </a:xfrm>
        </p:spPr>
        <p:txBody>
          <a:bodyPr rtlCol="0">
            <a:normAutofit/>
          </a:bodyPr>
          <a:lstStyle>
            <a:lvl1pPr marL="0" indent="0">
              <a:buNone/>
              <a:defRPr sz="2330"/>
            </a:lvl1pPr>
            <a:lvl2pPr marL="332740" indent="0">
              <a:buNone/>
              <a:defRPr sz="2040"/>
            </a:lvl2pPr>
            <a:lvl3pPr marL="665480" indent="0">
              <a:buNone/>
              <a:defRPr sz="1745"/>
            </a:lvl3pPr>
            <a:lvl4pPr marL="998220" indent="0">
              <a:buNone/>
              <a:defRPr sz="1455"/>
            </a:lvl4pPr>
            <a:lvl5pPr marL="1330960" indent="0">
              <a:buNone/>
              <a:defRPr sz="1455"/>
            </a:lvl5pPr>
            <a:lvl6pPr marL="1664335" indent="0">
              <a:buNone/>
              <a:defRPr sz="1455"/>
            </a:lvl6pPr>
            <a:lvl7pPr marL="1997075" indent="0">
              <a:buNone/>
              <a:defRPr sz="1455"/>
            </a:lvl7pPr>
            <a:lvl8pPr marL="2329815" indent="0">
              <a:buNone/>
              <a:defRPr sz="1455"/>
            </a:lvl8pPr>
            <a:lvl9pPr marL="2662555" indent="0">
              <a:buNone/>
              <a:defRPr sz="1455"/>
            </a:lvl9pPr>
          </a:lstStyle>
          <a:p>
            <a:pPr lvl="0" fontAlgn="base"/>
            <a:r>
              <a:rPr lang="zh-CN" altLang="en-US" strike="noStrike" noProof="0"/>
              <a:t>单击图标添加图片</a:t>
            </a:r>
            <a:endParaRPr lang="en-US" strike="noStrike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15640"/>
            <a:ext cx="3932238" cy="2653348"/>
          </a:xfrm>
        </p:spPr>
        <p:txBody>
          <a:bodyPr/>
          <a:lstStyle>
            <a:lvl1pPr marL="0" indent="0">
              <a:buNone/>
              <a:defRPr sz="1165"/>
            </a:lvl1pPr>
            <a:lvl2pPr marL="332740" indent="0">
              <a:buNone/>
              <a:defRPr sz="1020"/>
            </a:lvl2pPr>
            <a:lvl3pPr marL="665480" indent="0">
              <a:buNone/>
              <a:defRPr sz="875"/>
            </a:lvl3pPr>
            <a:lvl4pPr marL="998220" indent="0">
              <a:buNone/>
              <a:defRPr sz="730"/>
            </a:lvl4pPr>
            <a:lvl5pPr marL="1330960" indent="0">
              <a:buNone/>
              <a:defRPr sz="730"/>
            </a:lvl5pPr>
            <a:lvl6pPr marL="1664335" indent="0">
              <a:buNone/>
              <a:defRPr sz="730"/>
            </a:lvl6pPr>
            <a:lvl7pPr marL="1997075" indent="0">
              <a:buNone/>
              <a:defRPr sz="730"/>
            </a:lvl7pPr>
            <a:lvl8pPr marL="2329815" indent="0">
              <a:buNone/>
              <a:defRPr sz="730"/>
            </a:lvl8pPr>
            <a:lvl9pPr marL="2662555" indent="0">
              <a:buNone/>
              <a:defRPr sz="73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1CDAD6A8-F4FD-4D5B-990E-A37C39E1FFB6}" type="datetime1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r>
              <a:rPr lang="zh-CN" altLang="en-US" noProof="1">
                <a:latin typeface="+mn-lt"/>
                <a:ea typeface="+mn-ea"/>
                <a:cs typeface="+mn-cs"/>
              </a:rPr>
              <a:t>1</a:t>
            </a:r>
            <a:endParaRPr lang="zh-CN" altLang="en-US" noProof="1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96EC8CD8-8488-4A18-B2E7-0541019B05E8}" type="slidenum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</p:spTree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133" y="169333"/>
            <a:ext cx="1511301" cy="132926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5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74082" y="1483784"/>
            <a:ext cx="12340167" cy="127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129536" y="319954"/>
            <a:ext cx="9224264" cy="1029762"/>
          </a:xfrm>
          <a:prstGeom prst="rect">
            <a:avLst/>
          </a:prstGeom>
        </p:spPr>
        <p:txBody>
          <a:bodyPr anchor="ctr"/>
          <a:lstStyle>
            <a:lvl1pPr algn="l"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16C7459A-6A09-49B3-B29C-97D48A977B28}" type="datetime1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r>
              <a:rPr lang="zh-CN" altLang="en-US" noProof="1">
                <a:latin typeface="+mn-lt"/>
                <a:ea typeface="+mn-ea"/>
                <a:cs typeface="+mn-cs"/>
              </a:rPr>
              <a:t>1</a:t>
            </a:r>
            <a:endParaRPr lang="zh-CN" altLang="en-US" noProof="1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CFB85E63-CC36-4DD1-8EC8-7FB3B8FDD24D}" type="slidenum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</p:spTree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4082" y="1390651"/>
            <a:ext cx="12340167" cy="127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39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4950" y="76200"/>
            <a:ext cx="1513416" cy="132926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itle 1"/>
          <p:cNvSpPr txBox="1"/>
          <p:nvPr userDrawn="1"/>
        </p:nvSpPr>
        <p:spPr>
          <a:xfrm>
            <a:off x="2129367" y="228600"/>
            <a:ext cx="9224434" cy="10287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defRPr>
            </a:lvl1pPr>
          </a:lstStyle>
          <a:p>
            <a:pPr fontAlgn="base">
              <a:spcAft>
                <a:spcPts val="0"/>
              </a:spcAft>
              <a:defRPr/>
            </a:pPr>
            <a:r>
              <a:rPr lang="zh-CN" altLang="en-US" sz="3205" strike="noStrike" noProof="1">
                <a:latin typeface="Times New Roman" panose="02020503050405090304" pitchFamily="18" charset="0"/>
                <a:ea typeface="黑体" panose="02010609060101010101" pitchFamily="49" charset="-122"/>
                <a:cs typeface="Times New Roman" panose="02020503050405090304" pitchFamily="18" charset="0"/>
              </a:rPr>
              <a:t>单击此处编辑母版标题样式</a:t>
            </a:r>
            <a:endParaRPr lang="en-US" sz="3205" strike="noStrike" noProof="1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658111"/>
            <a:ext cx="2628901" cy="4518852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658111"/>
            <a:ext cx="7734301" cy="4518851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B57D293A-7940-437B-AB43-A39AD7A88B38}" type="datetime1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r>
              <a:rPr lang="zh-CN" altLang="en-US" noProof="1">
                <a:latin typeface="+mn-lt"/>
                <a:ea typeface="+mn-ea"/>
                <a:cs typeface="+mn-cs"/>
              </a:rPr>
              <a:t>1</a:t>
            </a:r>
            <a:endParaRPr lang="zh-CN" altLang="en-US" noProof="1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base">
              <a:defRPr/>
            </a:pPr>
            <a:fld id="{13978EB8-D335-4E89-B15D-D471F3571B4E}" type="slidenum">
              <a:rPr lang="zh-CN" altLang="en-US" noProof="1">
                <a:latin typeface="+mn-lt"/>
                <a:ea typeface="+mn-ea"/>
                <a:cs typeface="+mn-cs"/>
              </a:rPr>
            </a:fld>
            <a:endParaRPr lang="zh-CN" altLang="en-US" noProof="1"/>
          </a:p>
        </p:txBody>
      </p:sp>
    </p:spTree>
  </p:cSld>
  <p:clrMapOvr>
    <a:masterClrMapping/>
  </p:clrMapOvr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"/>
          <p:cNvSpPr txBox="1"/>
          <p:nvPr userDrawn="1"/>
        </p:nvSpPr>
        <p:spPr>
          <a:xfrm>
            <a:off x="-500151" y="6413236"/>
            <a:ext cx="3909754" cy="251351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algn="ctr" defTabSz="0">
              <a:lnSpc>
                <a:spcPts val="1600"/>
              </a:lnSpc>
              <a:tabLst>
                <a:tab pos="1549400" algn="l"/>
              </a:tabLst>
            </a:pPr>
            <a:r>
              <a:rPr lang="zh-CN" altLang="en-US" sz="14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经济与管理学院</a:t>
            </a:r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 flipV="1">
            <a:off x="0" y="994805"/>
            <a:ext cx="7232400" cy="7094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cap="none" spc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4" name="矩形 13"/>
          <p:cNvSpPr/>
          <p:nvPr userDrawn="1"/>
        </p:nvSpPr>
        <p:spPr>
          <a:xfrm flipV="1">
            <a:off x="0" y="6285406"/>
            <a:ext cx="12186000" cy="1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cap="none" spc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5" name="TextBox 1"/>
          <p:cNvSpPr txBox="1"/>
          <p:nvPr userDrawn="1"/>
        </p:nvSpPr>
        <p:spPr>
          <a:xfrm>
            <a:off x="8628609" y="6413236"/>
            <a:ext cx="3909754" cy="256480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algn="ctr" defTabSz="0">
              <a:lnSpc>
                <a:spcPts val="1600"/>
              </a:lnSpc>
              <a:tabLst>
                <a:tab pos="1549400" algn="l"/>
              </a:tabLst>
            </a:pPr>
            <a:fld id="{1D8BD707-D9CF-40AE-B4C6-C98DA3205C09}" type="datetimeFigureOut">
              <a:rPr lang="en-US" altLang="zh-CN" sz="1400" smtClean="0">
                <a:solidFill>
                  <a:schemeClr val="bg1">
                    <a:lumMod val="50000"/>
                  </a:schemeClr>
                </a:solidFill>
              </a:rPr>
            </a:fld>
            <a:endParaRPr lang="en-US" altLang="zh-CN" sz="14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1630" algn="l" defTabSz="914400" rtl="0" eaLnBrk="1" latinLnBrk="0" hangingPunct="1">
        <a:spcBef>
          <a:spcPts val="95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4480" algn="l" defTabSz="914400" rtl="0" eaLnBrk="1" latinLnBrk="0" hangingPunct="1">
        <a:spcBef>
          <a:spcPts val="95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7330" algn="l" defTabSz="914400" rtl="0" eaLnBrk="1" latinLnBrk="0" hangingPunct="1">
        <a:spcBef>
          <a:spcPts val="95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7330" algn="l" defTabSz="914400" rtl="0" eaLnBrk="1" latinLnBrk="0" hangingPunct="1">
        <a:spcBef>
          <a:spcPts val="95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7330" algn="l" defTabSz="914400" rtl="0" eaLnBrk="1" latinLnBrk="0" hangingPunct="1">
        <a:spcBef>
          <a:spcPts val="95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7330" algn="l" defTabSz="914400" rtl="0" eaLnBrk="1" latinLnBrk="0" hangingPunct="1">
        <a:spcBef>
          <a:spcPts val="95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7330" algn="l" defTabSz="914400" rtl="0" eaLnBrk="1" latinLnBrk="0" hangingPunct="1">
        <a:spcBef>
          <a:spcPts val="95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7330" algn="l" defTabSz="914400" rtl="0" eaLnBrk="1" latinLnBrk="0" hangingPunct="1">
        <a:spcBef>
          <a:spcPts val="95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7330" algn="l" defTabSz="914400" rtl="0" eaLnBrk="1" latinLnBrk="0" hangingPunct="1">
        <a:spcBef>
          <a:spcPts val="95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Placeholder 2"/>
          <p:cNvSpPr>
            <a:spLocks noGrp="1"/>
          </p:cNvSpPr>
          <p:nvPr>
            <p:ph type="body"/>
          </p:nvPr>
        </p:nvSpPr>
        <p:spPr>
          <a:xfrm>
            <a:off x="838200" y="1826684"/>
            <a:ext cx="10515600" cy="4349749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/>
          <a:lstStyle/>
          <a:p>
            <a:pPr lvl="0" indent="-17145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171450"/>
            <a:r>
              <a:rPr lang="zh-CN" altLang="en-US"/>
              <a:t>第二级</a:t>
            </a:r>
            <a:endParaRPr lang="zh-CN" altLang="en-US"/>
          </a:p>
          <a:p>
            <a:pPr lvl="2" indent="-171450"/>
            <a:r>
              <a:rPr lang="zh-CN" altLang="en-US"/>
              <a:t>第三级</a:t>
            </a:r>
            <a:endParaRPr lang="zh-CN" altLang="en-US"/>
          </a:p>
          <a:p>
            <a:pPr lvl="3" indent="-171450"/>
            <a:r>
              <a:rPr lang="zh-CN" altLang="en-US"/>
              <a:t>第四级</a:t>
            </a:r>
            <a:endParaRPr lang="zh-CN" altLang="en-US"/>
          </a:p>
          <a:p>
            <a:pPr lvl="4" indent="-171450"/>
            <a:r>
              <a:rPr lang="zh-CN" altLang="en-US"/>
              <a:t>第五级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ts val="0"/>
              </a:spcBef>
              <a:spcAft>
                <a:spcPts val="0"/>
              </a:spcAft>
              <a:defRPr sz="8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fontAlgn="base">
              <a:defRPr/>
            </a:pPr>
            <a:fld id="{4495405E-2761-4DA1-97DB-0E23CB194FDF}" type="datetime1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8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fontAlgn="base">
              <a:defRPr/>
            </a:pPr>
            <a:r>
              <a:rPr lang="zh-CN" altLang="en-US" strike="noStrike" noProof="1">
                <a:latin typeface="+mn-lt"/>
                <a:ea typeface="+mn-ea"/>
                <a:cs typeface="+mn-cs"/>
              </a:rPr>
              <a:t>1</a:t>
            </a:r>
            <a:endParaRPr lang="zh-CN" altLang="en-US" strike="noStrike" noProof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6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spcBef>
                <a:spcPts val="0"/>
              </a:spcBef>
              <a:spcAft>
                <a:spcPts val="0"/>
              </a:spcAft>
              <a:defRPr sz="875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fontAlgn="base">
              <a:defRPr/>
            </a:pPr>
            <a:fld id="{4FC76A73-6861-44DE-9CDD-EE5710919322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5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charset="0"/>
          <a:ea typeface="宋体" pitchFamily="2" charset="-122"/>
        </a:defRPr>
      </a:lvl9pPr>
    </p:titleStyle>
    <p:bodyStyle>
      <a:lvl1pPr marL="166370" indent="-164465" algn="l" rtl="0" eaLnBrk="0" fontAlgn="base" hangingPunct="0">
        <a:lnSpc>
          <a:spcPct val="90000"/>
        </a:lnSpc>
        <a:spcBef>
          <a:spcPct val="146000"/>
        </a:spcBef>
        <a:spcAft>
          <a:spcPct val="0"/>
        </a:spcAft>
        <a:buFont typeface="Wingdings" panose="05000000000000000000" pitchFamily="2" charset="2"/>
        <a:buChar char="Ø"/>
        <a:defRPr sz="2040" kern="1200">
          <a:solidFill>
            <a:schemeClr val="tx1"/>
          </a:solidFill>
          <a:latin typeface="Times New Roman" panose="02020503050405090304" pitchFamily="18" charset="0"/>
          <a:ea typeface="华文楷体" panose="02010600040101010101" pitchFamily="2" charset="-122"/>
          <a:cs typeface="Times New Roman" panose="02020503050405090304" pitchFamily="18" charset="0"/>
        </a:defRPr>
      </a:lvl1pPr>
      <a:lvl2pPr marL="499110" indent="-164465" algn="l" rtl="0" eaLnBrk="0" fontAlgn="base" hangingPunct="0">
        <a:lnSpc>
          <a:spcPct val="90000"/>
        </a:lnSpc>
        <a:spcBef>
          <a:spcPct val="73000"/>
        </a:spcBef>
        <a:spcAft>
          <a:spcPct val="0"/>
        </a:spcAft>
        <a:buFont typeface="Wingdings" panose="05000000000000000000" pitchFamily="2" charset="2"/>
        <a:buChar char="Ø"/>
        <a:defRPr sz="1745" kern="1200">
          <a:solidFill>
            <a:schemeClr val="tx1"/>
          </a:solidFill>
          <a:latin typeface="Times New Roman" panose="02020503050405090304" pitchFamily="18" charset="0"/>
          <a:ea typeface="华文楷体" panose="02010600040101010101" pitchFamily="2" charset="-122"/>
          <a:cs typeface="Times New Roman" panose="02020503050405090304" pitchFamily="18" charset="0"/>
        </a:defRPr>
      </a:lvl2pPr>
      <a:lvl3pPr marL="831850" indent="-164465" algn="l" rtl="0" eaLnBrk="0" fontAlgn="base" hangingPunct="0">
        <a:lnSpc>
          <a:spcPct val="90000"/>
        </a:lnSpc>
        <a:spcBef>
          <a:spcPct val="73000"/>
        </a:spcBef>
        <a:spcAft>
          <a:spcPct val="0"/>
        </a:spcAft>
        <a:buFont typeface="Wingdings" panose="05000000000000000000" pitchFamily="2" charset="2"/>
        <a:buChar char="Ø"/>
        <a:defRPr sz="1455" kern="1200">
          <a:solidFill>
            <a:schemeClr val="tx1"/>
          </a:solidFill>
          <a:latin typeface="Times New Roman" panose="02020503050405090304" pitchFamily="18" charset="0"/>
          <a:ea typeface="华文楷体" panose="02010600040101010101" pitchFamily="2" charset="-122"/>
          <a:cs typeface="Times New Roman" panose="02020503050405090304" pitchFamily="18" charset="0"/>
        </a:defRPr>
      </a:lvl3pPr>
      <a:lvl4pPr marL="1164590" indent="-164465" algn="l" rtl="0" eaLnBrk="0" fontAlgn="base" hangingPunct="0">
        <a:lnSpc>
          <a:spcPct val="90000"/>
        </a:lnSpc>
        <a:spcBef>
          <a:spcPct val="73000"/>
        </a:spcBef>
        <a:spcAft>
          <a:spcPct val="0"/>
        </a:spcAft>
        <a:buFont typeface="Wingdings" panose="05000000000000000000" pitchFamily="2" charset="2"/>
        <a:buChar char="Ø"/>
        <a:defRPr kern="1200">
          <a:solidFill>
            <a:schemeClr val="tx1"/>
          </a:solidFill>
          <a:latin typeface="Times New Roman" panose="02020503050405090304" pitchFamily="18" charset="0"/>
          <a:ea typeface="华文楷体" panose="02010600040101010101" pitchFamily="2" charset="-122"/>
          <a:cs typeface="Times New Roman" panose="02020503050405090304" pitchFamily="18" charset="0"/>
        </a:defRPr>
      </a:lvl4pPr>
      <a:lvl5pPr marL="1497965" indent="-164465" algn="l" rtl="0" eaLnBrk="0" fontAlgn="base" hangingPunct="0">
        <a:lnSpc>
          <a:spcPct val="90000"/>
        </a:lnSpc>
        <a:spcBef>
          <a:spcPct val="73000"/>
        </a:spcBef>
        <a:spcAft>
          <a:spcPct val="0"/>
        </a:spcAft>
        <a:buFont typeface="Wingdings" panose="05000000000000000000" pitchFamily="2" charset="2"/>
        <a:buChar char="Ø"/>
        <a:defRPr kern="1200">
          <a:solidFill>
            <a:schemeClr val="tx1"/>
          </a:solidFill>
          <a:latin typeface="Times New Roman" panose="02020503050405090304" pitchFamily="18" charset="0"/>
          <a:ea typeface="华文楷体" panose="02010600040101010101" pitchFamily="2" charset="-122"/>
          <a:cs typeface="Times New Roman" panose="02020503050405090304" pitchFamily="18" charset="0"/>
        </a:defRPr>
      </a:lvl5pPr>
      <a:lvl6pPr marL="1830705" indent="-164465" algn="l" defTabSz="665480" rtl="0" eaLnBrk="1" latinLnBrk="0" hangingPunct="1">
        <a:lnSpc>
          <a:spcPct val="90000"/>
        </a:lnSpc>
        <a:spcBef>
          <a:spcPct val="73000"/>
        </a:spcBef>
        <a:buFont typeface="Arial" panose="020B0604020202090204" pitchFamily="34" charset="0"/>
        <a:buChar char="•"/>
        <a:defRPr sz="1310" kern="1200">
          <a:solidFill>
            <a:schemeClr val="tx1"/>
          </a:solidFill>
          <a:latin typeface="+mn-lt"/>
          <a:ea typeface="+mn-ea"/>
          <a:cs typeface="+mn-cs"/>
        </a:defRPr>
      </a:lvl6pPr>
      <a:lvl7pPr marL="2163445" indent="-164465" algn="l" defTabSz="665480" rtl="0" eaLnBrk="1" latinLnBrk="0" hangingPunct="1">
        <a:lnSpc>
          <a:spcPct val="90000"/>
        </a:lnSpc>
        <a:spcBef>
          <a:spcPct val="73000"/>
        </a:spcBef>
        <a:buFont typeface="Arial" panose="020B0604020202090204" pitchFamily="34" charset="0"/>
        <a:buChar char="•"/>
        <a:defRPr sz="1310" kern="1200">
          <a:solidFill>
            <a:schemeClr val="tx1"/>
          </a:solidFill>
          <a:latin typeface="+mn-lt"/>
          <a:ea typeface="+mn-ea"/>
          <a:cs typeface="+mn-cs"/>
        </a:defRPr>
      </a:lvl7pPr>
      <a:lvl8pPr marL="2496185" indent="-164465" algn="l" defTabSz="665480" rtl="0" eaLnBrk="1" latinLnBrk="0" hangingPunct="1">
        <a:lnSpc>
          <a:spcPct val="90000"/>
        </a:lnSpc>
        <a:spcBef>
          <a:spcPct val="73000"/>
        </a:spcBef>
        <a:buFont typeface="Arial" panose="020B0604020202090204" pitchFamily="34" charset="0"/>
        <a:buChar char="•"/>
        <a:defRPr sz="1310" kern="1200">
          <a:solidFill>
            <a:schemeClr val="tx1"/>
          </a:solidFill>
          <a:latin typeface="+mn-lt"/>
          <a:ea typeface="+mn-ea"/>
          <a:cs typeface="+mn-cs"/>
        </a:defRPr>
      </a:lvl8pPr>
      <a:lvl9pPr marL="2828925" indent="-164465" algn="l" defTabSz="665480" rtl="0" eaLnBrk="1" latinLnBrk="0" hangingPunct="1">
        <a:lnSpc>
          <a:spcPct val="90000"/>
        </a:lnSpc>
        <a:spcBef>
          <a:spcPct val="73000"/>
        </a:spcBef>
        <a:buFont typeface="Arial" panose="020B0604020202090204" pitchFamily="34" charset="0"/>
        <a:buChar char="•"/>
        <a:defRPr sz="13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5480" rtl="0" eaLnBrk="1" latinLnBrk="0" hangingPunct="1">
        <a:defRPr sz="1310" kern="1200">
          <a:solidFill>
            <a:schemeClr val="tx1"/>
          </a:solidFill>
          <a:latin typeface="+mn-lt"/>
          <a:ea typeface="+mn-ea"/>
          <a:cs typeface="+mn-cs"/>
        </a:defRPr>
      </a:lvl1pPr>
      <a:lvl2pPr marL="332740" algn="l" defTabSz="665480" rtl="0" eaLnBrk="1" latinLnBrk="0" hangingPunct="1">
        <a:defRPr sz="1310" kern="1200">
          <a:solidFill>
            <a:schemeClr val="tx1"/>
          </a:solidFill>
          <a:latin typeface="+mn-lt"/>
          <a:ea typeface="+mn-ea"/>
          <a:cs typeface="+mn-cs"/>
        </a:defRPr>
      </a:lvl2pPr>
      <a:lvl3pPr marL="665480" algn="l" defTabSz="665480" rtl="0" eaLnBrk="1" latinLnBrk="0" hangingPunct="1">
        <a:defRPr sz="1310" kern="1200">
          <a:solidFill>
            <a:schemeClr val="tx1"/>
          </a:solidFill>
          <a:latin typeface="+mn-lt"/>
          <a:ea typeface="+mn-ea"/>
          <a:cs typeface="+mn-cs"/>
        </a:defRPr>
      </a:lvl3pPr>
      <a:lvl4pPr marL="998220" algn="l" defTabSz="665480" rtl="0" eaLnBrk="1" latinLnBrk="0" hangingPunct="1">
        <a:defRPr sz="1310" kern="1200">
          <a:solidFill>
            <a:schemeClr val="tx1"/>
          </a:solidFill>
          <a:latin typeface="+mn-lt"/>
          <a:ea typeface="+mn-ea"/>
          <a:cs typeface="+mn-cs"/>
        </a:defRPr>
      </a:lvl4pPr>
      <a:lvl5pPr marL="1330960" algn="l" defTabSz="665480" rtl="0" eaLnBrk="1" latinLnBrk="0" hangingPunct="1">
        <a:defRPr sz="1310" kern="1200">
          <a:solidFill>
            <a:schemeClr val="tx1"/>
          </a:solidFill>
          <a:latin typeface="+mn-lt"/>
          <a:ea typeface="+mn-ea"/>
          <a:cs typeface="+mn-cs"/>
        </a:defRPr>
      </a:lvl5pPr>
      <a:lvl6pPr marL="1664335" algn="l" defTabSz="665480" rtl="0" eaLnBrk="1" latinLnBrk="0" hangingPunct="1">
        <a:defRPr sz="1310" kern="1200">
          <a:solidFill>
            <a:schemeClr val="tx1"/>
          </a:solidFill>
          <a:latin typeface="+mn-lt"/>
          <a:ea typeface="+mn-ea"/>
          <a:cs typeface="+mn-cs"/>
        </a:defRPr>
      </a:lvl6pPr>
      <a:lvl7pPr marL="1997075" algn="l" defTabSz="665480" rtl="0" eaLnBrk="1" latinLnBrk="0" hangingPunct="1">
        <a:defRPr sz="1310" kern="1200">
          <a:solidFill>
            <a:schemeClr val="tx1"/>
          </a:solidFill>
          <a:latin typeface="+mn-lt"/>
          <a:ea typeface="+mn-ea"/>
          <a:cs typeface="+mn-cs"/>
        </a:defRPr>
      </a:lvl7pPr>
      <a:lvl8pPr marL="2329815" algn="l" defTabSz="665480" rtl="0" eaLnBrk="1" latinLnBrk="0" hangingPunct="1">
        <a:defRPr sz="1310" kern="1200">
          <a:solidFill>
            <a:schemeClr val="tx1"/>
          </a:solidFill>
          <a:latin typeface="+mn-lt"/>
          <a:ea typeface="+mn-ea"/>
          <a:cs typeface="+mn-cs"/>
        </a:defRPr>
      </a:lvl8pPr>
      <a:lvl9pPr marL="2662555" algn="l" defTabSz="665480" rtl="0" eaLnBrk="1" latinLnBrk="0" hangingPunct="1">
        <a:defRPr sz="13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hyperlink" Target="mailto:1030624832@qq.com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25231" y="953478"/>
            <a:ext cx="9620738" cy="1760670"/>
          </a:xfrm>
        </p:spPr>
        <p:txBody>
          <a:bodyPr anchor="ctr">
            <a:noAutofit/>
          </a:bodyPr>
          <a:lstStyle/>
          <a:p>
            <a:pPr eaLnBrk="1" fontAlgn="base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4800" noProof="1" smtClean="0">
                <a:solidFill>
                  <a:srgbClr val="FF0000"/>
                </a:solidFill>
                <a:effectLst/>
                <a:sym typeface="+mn-ea"/>
              </a:rPr>
              <a:t>用户数据采集与关联分析</a:t>
            </a:r>
            <a:br>
              <a:rPr lang="en-US" altLang="zh-CN" sz="4800" noProof="1" smtClean="0">
                <a:solidFill>
                  <a:srgbClr val="FF0000"/>
                </a:solidFill>
                <a:effectLst/>
                <a:sym typeface="+mn-ea"/>
              </a:rPr>
            </a:br>
            <a:r>
              <a:rPr lang="zh-CN" altLang="en-US" sz="3600" strike="noStrike" noProof="1">
                <a:solidFill>
                  <a:srgbClr val="FF0000"/>
                </a:solidFill>
                <a:effectLst/>
              </a:rPr>
              <a:t>（结课</a:t>
            </a:r>
            <a:r>
              <a:rPr lang="zh-CN" altLang="en-US" sz="3600" strike="noStrike" noProof="1">
                <a:solidFill>
                  <a:srgbClr val="FF0000"/>
                </a:solidFill>
                <a:effectLst/>
              </a:rPr>
              <a:t>作业）</a:t>
            </a:r>
            <a:endParaRPr lang="zh-CN" altLang="en-US" sz="3600" strike="noStrike" noProof="1">
              <a:solidFill>
                <a:srgbClr val="FF0000"/>
              </a:solidFill>
              <a:effectLst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03477" y="3563006"/>
            <a:ext cx="3547746" cy="2730685"/>
          </a:xfrm>
        </p:spPr>
        <p:txBody>
          <a:bodyPr rtlCol="0" anchor="ctr">
            <a:noAutofit/>
          </a:bodyPr>
          <a:lstStyle/>
          <a:p>
            <a:pPr eaLnBrk="1" fontAlgn="base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600" strike="noStrike" kern="1500" spc="150" noProof="1"/>
              <a:t>吴志祥</a:t>
            </a:r>
            <a:endParaRPr lang="en-US" altLang="zh-CN" sz="1600" strike="noStrike" kern="1500" spc="150" noProof="1"/>
          </a:p>
          <a:p>
            <a:pPr algn="l" eaLnBrk="1" fontAlgn="base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1600" strike="noStrike" kern="1500" spc="150" noProof="1"/>
              <a:t>               18205185639  </a:t>
            </a:r>
            <a:endParaRPr lang="en-US" altLang="zh-CN" sz="1600" strike="noStrike" kern="1500" spc="150" noProof="1"/>
          </a:p>
          <a:p>
            <a:pPr algn="l" eaLnBrk="1" fontAlgn="base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1600" kern="1500" spc="150" noProof="1"/>
              <a:t>          1030624832@qq.com</a:t>
            </a:r>
            <a:r>
              <a:rPr lang="en-US" altLang="zh-CN" sz="1600" strike="noStrike" kern="1500" spc="150" noProof="1"/>
              <a:t>   </a:t>
            </a:r>
            <a:endParaRPr lang="en-US" altLang="zh-CN" sz="1600" strike="noStrike" kern="1500" spc="150" noProof="1"/>
          </a:p>
          <a:p>
            <a:pPr algn="r" eaLnBrk="1" fontAlgn="base" hangingPunct="1">
              <a:lnSpc>
                <a:spcPct val="150000"/>
              </a:lnSpc>
              <a:spcAft>
                <a:spcPts val="0"/>
              </a:spcAft>
              <a:defRPr/>
            </a:pPr>
            <a:endParaRPr lang="en-US" sz="1600" strike="noStrike" kern="1500" spc="150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lIns="88750" tIns="44375" rIns="88750" bIns="44375" rtlCol="0" anchor="ctr"/>
          <a:lstStyle/>
          <a:p>
            <a:pPr fontAlgn="base">
              <a:defRPr/>
            </a:pPr>
            <a:r>
              <a:rPr lang="zh-CN" altLang="en-US" sz="960" strike="noStrike" noProof="1">
                <a:latin typeface="+mn-lt"/>
                <a:ea typeface="+mn-ea"/>
                <a:cs typeface="+mn-cs"/>
              </a:rPr>
              <a:t>1</a:t>
            </a:r>
            <a:endParaRPr lang="zh-CN" altLang="en-US" sz="960" strike="noStrike" noProof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89539" y="953478"/>
            <a:ext cx="8253046" cy="1760670"/>
          </a:xfrm>
        </p:spPr>
        <p:txBody>
          <a:bodyPr anchor="ctr">
            <a:noAutofit/>
          </a:bodyPr>
          <a:lstStyle/>
          <a:p>
            <a:pPr eaLnBrk="1" fontAlgn="base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7200" noProof="1">
                <a:solidFill>
                  <a:srgbClr val="FF0000"/>
                </a:solidFill>
                <a:effectLst/>
                <a:sym typeface="+mn-ea"/>
              </a:rPr>
              <a:t>01</a:t>
            </a:r>
            <a:r>
              <a:rPr lang="en-US" altLang="zh-CN" sz="4400" noProof="1">
                <a:solidFill>
                  <a:srgbClr val="FF0000"/>
                </a:solidFill>
                <a:effectLst/>
                <a:sym typeface="+mn-ea"/>
              </a:rPr>
              <a:t> </a:t>
            </a:r>
            <a:r>
              <a:rPr lang="zh-CN" altLang="en-US" sz="4400" noProof="1">
                <a:solidFill>
                  <a:srgbClr val="FF0000"/>
                </a:solidFill>
                <a:effectLst/>
                <a:sym typeface="+mn-ea"/>
              </a:rPr>
              <a:t>文本数据分析</a:t>
            </a:r>
            <a:endParaRPr lang="en-US" sz="3200" strike="noStrike" noProof="1">
              <a:solidFill>
                <a:srgbClr val="FF0000"/>
              </a:solidFill>
              <a:effectLst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03477" y="3563006"/>
            <a:ext cx="3547746" cy="2730685"/>
          </a:xfrm>
        </p:spPr>
        <p:txBody>
          <a:bodyPr rtlCol="0" anchor="ctr">
            <a:noAutofit/>
          </a:bodyPr>
          <a:lstStyle/>
          <a:p>
            <a:pPr eaLnBrk="1" fontAlgn="base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600" strike="noStrike" kern="1500" spc="150" noProof="1"/>
              <a:t>吴志祥</a:t>
            </a:r>
            <a:endParaRPr lang="en-US" altLang="zh-CN" sz="1600" strike="noStrike" kern="1500" spc="150" noProof="1"/>
          </a:p>
          <a:p>
            <a:pPr algn="l" eaLnBrk="1" fontAlgn="base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1600" strike="noStrike" kern="1500" spc="150" noProof="1"/>
              <a:t>               18205185639  </a:t>
            </a:r>
            <a:endParaRPr lang="en-US" altLang="zh-CN" sz="1600" strike="noStrike" kern="1500" spc="150" noProof="1"/>
          </a:p>
          <a:p>
            <a:pPr eaLnBrk="1" fontAlgn="base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1600" kern="1500" spc="150" noProof="1"/>
              <a:t>  cnwzx2012@njtech.edu.cn</a:t>
            </a:r>
            <a:r>
              <a:rPr lang="en-US" altLang="zh-CN" sz="1600" strike="noStrike" kern="1500" spc="150" noProof="1"/>
              <a:t>   </a:t>
            </a:r>
            <a:endParaRPr lang="en-US" altLang="zh-CN" sz="1600" strike="noStrike" kern="1500" spc="150" noProof="1"/>
          </a:p>
          <a:p>
            <a:pPr algn="r" eaLnBrk="1" fontAlgn="base" hangingPunct="1">
              <a:lnSpc>
                <a:spcPct val="150000"/>
              </a:lnSpc>
              <a:spcAft>
                <a:spcPts val="0"/>
              </a:spcAft>
              <a:defRPr/>
            </a:pPr>
            <a:endParaRPr lang="en-US" sz="1600" strike="noStrike" kern="1500" spc="150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lIns="88750" tIns="44375" rIns="88750" bIns="44375" rtlCol="0" anchor="ctr"/>
          <a:lstStyle/>
          <a:p>
            <a:pPr fontAlgn="base">
              <a:defRPr/>
            </a:pPr>
            <a:r>
              <a:rPr lang="zh-CN" altLang="en-US" sz="960" strike="noStrike" noProof="1">
                <a:latin typeface="+mn-lt"/>
                <a:ea typeface="+mn-ea"/>
                <a:cs typeface="+mn-cs"/>
              </a:rPr>
              <a:t>1</a:t>
            </a:r>
            <a:endParaRPr lang="zh-CN" altLang="en-US" sz="960" strike="noStrike" noProof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/>
          <p:nvPr/>
        </p:nvSpPr>
        <p:spPr>
          <a:xfrm>
            <a:off x="937944" y="1329523"/>
            <a:ext cx="10456887" cy="4211585"/>
          </a:xfrm>
          <a:prstGeom prst="rect">
            <a:avLst/>
          </a:prstGeom>
        </p:spPr>
        <p:txBody>
          <a:bodyPr vert="horz" lIns="121920" tIns="60960" rIns="121920" bIns="60960" rtlCol="0" anchor="t"/>
          <a:lstStyle>
            <a:lvl1pPr marL="342900" indent="-3416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448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1980" indent="-514350" algn="just">
              <a:lnSpc>
                <a:spcPct val="110000"/>
              </a:lnSpc>
              <a:buClr>
                <a:srgbClr val="0070C0"/>
              </a:buClr>
              <a:buAutoNum type="arabicPeriod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Times New Roman" panose="02020503050405090304" pitchFamily="18" charset="0"/>
              </a:rPr>
              <a:t>学习使用在线</a:t>
            </a:r>
            <a:r>
              <a:rPr lang="en-US" altLang="zh-CN" sz="2400" dirty="0">
                <a:latin typeface="+mn-ea"/>
              </a:rPr>
              <a:t>NLPIR</a:t>
            </a:r>
            <a:r>
              <a:rPr lang="zh-CN" altLang="en-US" sz="2400" dirty="0">
                <a:latin typeface="+mn-ea"/>
              </a:rPr>
              <a:t>分词系统或微词云分词或清华大学分词演示系统（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案例演示截图</a:t>
            </a:r>
            <a:r>
              <a:rPr lang="zh-CN" altLang="en-US" sz="2400" dirty="0">
                <a:latin typeface="+mn-ea"/>
              </a:rPr>
              <a:t>）；</a:t>
            </a:r>
            <a:endParaRPr lang="en-US" altLang="zh-CN" sz="2400" dirty="0">
              <a:latin typeface="+mn-ea"/>
            </a:endParaRPr>
          </a:p>
          <a:p>
            <a:pPr marL="601980" indent="-514350" algn="just">
              <a:lnSpc>
                <a:spcPct val="110000"/>
              </a:lnSpc>
              <a:buClr>
                <a:srgbClr val="0070C0"/>
              </a:buClr>
              <a:buAutoNum type="arabicPeriod"/>
            </a:pPr>
            <a:r>
              <a:rPr lang="zh-CN" altLang="en-US" sz="2400" dirty="0">
                <a:latin typeface="+mn-ea"/>
              </a:rPr>
              <a:t>安装</a:t>
            </a:r>
            <a:r>
              <a:rPr lang="en-US" altLang="zh-CN" sz="2400" dirty="0">
                <a:latin typeface="+mn-ea"/>
              </a:rPr>
              <a:t>python</a:t>
            </a:r>
            <a:r>
              <a:rPr lang="zh-CN" altLang="en-US" sz="2400" dirty="0">
                <a:latin typeface="+mn-ea"/>
              </a:rPr>
              <a:t>（</a:t>
            </a:r>
            <a:r>
              <a:rPr lang="en-US" altLang="zh-CN" sz="2400" dirty="0">
                <a:latin typeface="+mn-ea"/>
              </a:rPr>
              <a:t>anaconda</a:t>
            </a:r>
            <a:r>
              <a:rPr lang="zh-CN" altLang="en-US" sz="2400" dirty="0">
                <a:latin typeface="+mn-ea"/>
              </a:rPr>
              <a:t>）（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编写输出“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Hello World. Hello ‘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你的姓名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’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”</a:t>
            </a:r>
            <a:r>
              <a:rPr lang="zh-CN" altLang="en-US" sz="2400" dirty="0">
                <a:latin typeface="+mn-ea"/>
              </a:rPr>
              <a:t>）；</a:t>
            </a:r>
            <a:endParaRPr lang="en-US" altLang="zh-CN" sz="2400" dirty="0">
              <a:latin typeface="+mn-ea"/>
            </a:endParaRPr>
          </a:p>
          <a:p>
            <a:pPr marL="601980" indent="-514350" algn="just">
              <a:lnSpc>
                <a:spcPct val="110000"/>
              </a:lnSpc>
              <a:buClr>
                <a:srgbClr val="0070C0"/>
              </a:buClr>
              <a:buAutoNum type="arabicPeriod"/>
            </a:pPr>
            <a:r>
              <a:rPr lang="zh-CN" altLang="en-US" sz="2400" dirty="0">
                <a:latin typeface="+mn-ea"/>
              </a:rPr>
              <a:t>完成课后作业（</a:t>
            </a:r>
            <a:r>
              <a:rPr lang="en-US" altLang="zh-CN" sz="2400" dirty="0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</a:rPr>
              <a:t>001-</a:t>
            </a:r>
            <a:r>
              <a:rPr lang="en-US" sz="2400" dirty="0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</a:rPr>
              <a:t>004</a:t>
            </a:r>
            <a:r>
              <a:rPr lang="zh-CN" altLang="en-US" sz="2400" dirty="0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Arial Bold" panose="020B0604020202090204" charset="0"/>
                <a:cs typeface="Arial Bold" panose="020B0604020202090204" charset="0"/>
              </a:rPr>
              <a:t>份代码的运行</a:t>
            </a:r>
            <a:r>
              <a:rPr lang="zh-CN" altLang="en-US" sz="2400" dirty="0">
                <a:latin typeface="+mn-ea"/>
              </a:rPr>
              <a:t>）</a:t>
            </a:r>
            <a:r>
              <a:rPr lang="zh-CN" altLang="en-US" sz="2400" dirty="0" smtClean="0">
                <a:latin typeface="+mn-ea"/>
              </a:rPr>
              <a:t>。</a:t>
            </a:r>
            <a:endParaRPr lang="zh-CN" altLang="en-US" sz="2400" dirty="0" smtClean="0">
              <a:latin typeface="+mn-ea"/>
            </a:endParaRPr>
          </a:p>
          <a:p>
            <a:pPr marL="601980" indent="-514350" algn="just">
              <a:lnSpc>
                <a:spcPct val="110000"/>
              </a:lnSpc>
              <a:buClr>
                <a:srgbClr val="0070C0"/>
              </a:buClr>
              <a:buAutoNum type="arabicPeriod"/>
            </a:pPr>
            <a:endParaRPr lang="zh-CN" altLang="en-US" sz="2400" dirty="0" smtClean="0">
              <a:latin typeface="+mn-ea"/>
            </a:endParaRPr>
          </a:p>
          <a:p>
            <a:pPr marL="601980" indent="-514350" algn="just">
              <a:lnSpc>
                <a:spcPct val="110000"/>
              </a:lnSpc>
              <a:buClr>
                <a:srgbClr val="0070C0"/>
              </a:buClr>
              <a:buAutoNum type="arabicPeriod"/>
            </a:pPr>
            <a:r>
              <a:rPr lang="zh-CN" altLang="en-US" sz="2400" dirty="0" smtClean="0">
                <a:latin typeface="+mn-ea"/>
              </a:rPr>
              <a:t>阅读压缩文件中（“实体抽取论文</a:t>
            </a:r>
            <a:r>
              <a:rPr lang="en-US" altLang="zh-CN" sz="2400" dirty="0" smtClean="0">
                <a:latin typeface="+mn-ea"/>
              </a:rPr>
              <a:t>-</a:t>
            </a:r>
            <a:r>
              <a:rPr lang="zh-CN" altLang="en-US" sz="2400" dirty="0" smtClean="0">
                <a:latin typeface="+mn-ea"/>
              </a:rPr>
              <a:t>换成</a:t>
            </a:r>
            <a:r>
              <a:rPr lang="en-US" altLang="zh-CN" sz="2400" dirty="0" smtClean="0">
                <a:latin typeface="+mn-ea"/>
              </a:rPr>
              <a:t>PDF</a:t>
            </a:r>
            <a:r>
              <a:rPr lang="zh-CN" altLang="en-US" sz="2400" dirty="0" smtClean="0">
                <a:latin typeface="+mn-ea"/>
              </a:rPr>
              <a:t>”）中的其中一篇论文，并做阅读总结（</a:t>
            </a:r>
            <a:r>
              <a:rPr lang="en-US" altLang="zh-CN" sz="2400" dirty="0" smtClean="0">
                <a:latin typeface="+mn-ea"/>
              </a:rPr>
              <a:t>1</a:t>
            </a:r>
            <a:r>
              <a:rPr lang="zh-CN" altLang="en-US" sz="2400" dirty="0" smtClean="0">
                <a:latin typeface="+mn-ea"/>
              </a:rPr>
              <a:t>页</a:t>
            </a:r>
            <a:r>
              <a:rPr lang="en-US" altLang="zh-CN" sz="2400" dirty="0" smtClean="0">
                <a:latin typeface="+mn-ea"/>
              </a:rPr>
              <a:t>PPT</a:t>
            </a:r>
            <a:r>
              <a:rPr lang="zh-CN" altLang="en-US" sz="2400" dirty="0" smtClean="0">
                <a:latin typeface="+mn-ea"/>
              </a:rPr>
              <a:t>即可）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（仅信管）</a:t>
            </a:r>
            <a:r>
              <a:rPr lang="zh-CN" altLang="en-US" sz="2400" dirty="0" smtClean="0">
                <a:latin typeface="+mn-ea"/>
              </a:rPr>
              <a:t>。</a:t>
            </a:r>
            <a:endParaRPr lang="zh-CN" altLang="en-US" sz="2400" dirty="0" smtClean="0">
              <a:latin typeface="+mn-ea"/>
            </a:endParaRPr>
          </a:p>
          <a:p>
            <a:pPr marL="601980" indent="-514350" algn="just">
              <a:lnSpc>
                <a:spcPct val="110000"/>
              </a:lnSpc>
              <a:buClr>
                <a:srgbClr val="0070C0"/>
              </a:buClr>
              <a:buAutoNum type="arabicPeriod"/>
            </a:pPr>
            <a:r>
              <a:rPr lang="zh-CN" altLang="en-US" sz="2400" dirty="0" smtClean="0">
                <a:latin typeface="+mn-ea"/>
              </a:rPr>
              <a:t>谈一谈在营销学科</a:t>
            </a:r>
            <a:r>
              <a:rPr lang="en-US" altLang="zh-CN" sz="2400" dirty="0" smtClean="0">
                <a:latin typeface="+mn-ea"/>
              </a:rPr>
              <a:t>/</a:t>
            </a:r>
            <a:r>
              <a:rPr lang="zh-CN" altLang="en-US" sz="2400" dirty="0" smtClean="0">
                <a:latin typeface="+mn-ea"/>
              </a:rPr>
              <a:t>领域，文本、文本分词以及实体的内涵。例如：客户关系管理中，文本分析的价值。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（仅营销）</a:t>
            </a:r>
            <a:endParaRPr lang="en-US" altLang="zh-CN" sz="2400" dirty="0" smtClean="0">
              <a:latin typeface="+mn-ea"/>
            </a:endParaRPr>
          </a:p>
          <a:p>
            <a:pPr marL="87630" indent="0" algn="just">
              <a:lnSpc>
                <a:spcPct val="110000"/>
              </a:lnSpc>
              <a:buClr>
                <a:srgbClr val="0070C0"/>
              </a:buClr>
              <a:buNone/>
            </a:pPr>
            <a:endParaRPr lang="en-US" altLang="zh-CN" sz="2400" dirty="0" smtClean="0">
              <a:solidFill>
                <a:srgbClr val="000000"/>
              </a:solidFill>
              <a:latin typeface="+mn-ea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4535" y="291900"/>
            <a:ext cx="4442460" cy="6324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7630" lvl="0" algn="ctr">
              <a:lnSpc>
                <a:spcPct val="110000"/>
              </a:lnSpc>
              <a:buClr>
                <a:srgbClr val="0070C0"/>
              </a:buClr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第一讲 课程导言与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分词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"/>
          <p:cNvSpPr txBox="1"/>
          <p:nvPr/>
        </p:nvSpPr>
        <p:spPr>
          <a:xfrm>
            <a:off x="500380" y="266065"/>
            <a:ext cx="4338320" cy="67373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algn="l" defTabSz="0">
              <a:lnSpc>
                <a:spcPts val="4900"/>
              </a:lnSpc>
            </a:pPr>
            <a:r>
              <a:rPr lang="zh-CN" altLang="en-US" sz="3600" b="1" dirty="0">
                <a:solidFill>
                  <a:srgbClr val="FF0000"/>
                </a:solidFill>
                <a:latin typeface="Trebuchet MS" panose="020B0603020202020204" pitchFamily="18" charset="0"/>
                <a:cs typeface="Trebuchet MS" panose="020B0603020202020204" pitchFamily="18" charset="0"/>
              </a:rPr>
              <a:t>第二讲 词频统计</a:t>
            </a:r>
            <a:endParaRPr lang="en-US" altLang="zh-CN" sz="3600" b="1" dirty="0">
              <a:solidFill>
                <a:srgbClr val="FF0000"/>
              </a:solidFill>
              <a:latin typeface="Trebuchet MS" panose="020B0603020202020204" pitchFamily="18" charset="0"/>
              <a:cs typeface="Trebuchet MS" panose="020B06030202020202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2461" y="1611207"/>
            <a:ext cx="10738338" cy="3769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AutoNum type="arabicPeriod"/>
            </a:pP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基于</a:t>
            </a:r>
            <a:r>
              <a:rPr lang="en-US" altLang="zh-CN" sz="2800" dirty="0">
                <a:solidFill>
                  <a:schemeClr val="tx1"/>
                </a:solidFill>
                <a:latin typeface="+mn-ea"/>
              </a:rPr>
              <a:t>CNKI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数据库统计分析</a:t>
            </a:r>
            <a:r>
              <a:rPr lang="en-US" altLang="zh-CN" sz="2800" dirty="0" smtClean="0">
                <a:solidFill>
                  <a:schemeClr val="tx1"/>
                </a:solidFill>
                <a:latin typeface="+mn-ea"/>
              </a:rPr>
              <a:t>2014-2024</a:t>
            </a:r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年（近</a:t>
            </a:r>
            <a:r>
              <a:rPr lang="en-US" altLang="zh-CN" sz="2800" dirty="0" smtClean="0">
                <a:solidFill>
                  <a:schemeClr val="tx1"/>
                </a:solidFill>
                <a:latin typeface="+mn-ea"/>
              </a:rPr>
              <a:t>10</a:t>
            </a:r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年）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，</a:t>
            </a:r>
            <a:r>
              <a:rPr lang="zh-CN" altLang="en-US" sz="2800" u="sng" dirty="0" smtClean="0">
                <a:solidFill>
                  <a:schemeClr val="tx1"/>
                </a:solidFill>
                <a:latin typeface="+mn-ea"/>
              </a:rPr>
              <a:t>“信息资源管理”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或</a:t>
            </a:r>
            <a:r>
              <a:rPr lang="en-US" altLang="zh-CN" sz="2800" dirty="0" smtClean="0">
                <a:solidFill>
                  <a:schemeClr val="tx1"/>
                </a:solidFill>
                <a:latin typeface="+mn-ea"/>
              </a:rPr>
              <a:t>“</a:t>
            </a:r>
            <a:r>
              <a:rPr lang="zh-CN" altLang="en-US" sz="2800" dirty="0" smtClean="0">
                <a:solidFill>
                  <a:schemeClr val="tx1"/>
                </a:solidFill>
                <a:latin typeface="+mn-ea"/>
              </a:rPr>
              <a:t>网络营销</a:t>
            </a:r>
            <a:r>
              <a:rPr lang="en-US" altLang="zh-CN" sz="2800" dirty="0" smtClean="0">
                <a:solidFill>
                  <a:schemeClr val="tx1"/>
                </a:solidFill>
                <a:latin typeface="+mn-ea"/>
              </a:rPr>
              <a:t>”</a:t>
            </a:r>
            <a:r>
              <a:rPr lang="zh-CN" altLang="en-US" sz="2800" dirty="0">
                <a:solidFill>
                  <a:schemeClr val="tx1"/>
                </a:solidFill>
                <a:latin typeface="+mn-ea"/>
              </a:rPr>
              <a:t>或其他你感兴趣的主题变化趋势。</a:t>
            </a:r>
            <a:endParaRPr lang="zh-CN" altLang="en-US" sz="2800" dirty="0">
              <a:solidFill>
                <a:schemeClr val="tx1"/>
              </a:solidFill>
              <a:latin typeface="+mn-ea"/>
            </a:endParaRPr>
          </a:p>
          <a:p>
            <a:pPr marL="457200" indent="-457200" algn="just">
              <a:spcAft>
                <a:spcPts val="600"/>
              </a:spcAft>
              <a:buAutoNum type="arabicPeriod"/>
            </a:pPr>
            <a:r>
              <a:rPr sz="2800" dirty="0">
                <a:sym typeface="+mn-ea"/>
              </a:rPr>
              <a:t>完成ppt中的程序运行，包括全文词频统计，指定类型词频统计；</a:t>
            </a:r>
            <a:endParaRPr sz="2800" dirty="0">
              <a:sym typeface="+mn-ea"/>
            </a:endParaRPr>
          </a:p>
          <a:p>
            <a:pPr marL="457200" indent="-457200" algn="just">
              <a:spcAft>
                <a:spcPts val="600"/>
              </a:spcAft>
              <a:buAutoNum type="arabicPeriod"/>
            </a:pPr>
            <a:r>
              <a:rPr sz="2800" dirty="0">
                <a:sym typeface="+mn-ea"/>
              </a:rPr>
              <a:t>链接</a:t>
            </a:r>
            <a:r>
              <a:rPr lang="zh-CN" sz="2800" dirty="0">
                <a:sym typeface="+mn-ea"/>
              </a:rPr>
              <a:t>功勋科学家</a:t>
            </a:r>
            <a:r>
              <a:rPr sz="2800" dirty="0">
                <a:sym typeface="+mn-ea"/>
              </a:rPr>
              <a:t>：把ppt中的文本换成功勋科学家黄旭华院士的传记序言文本（文件夹中，科学家博物馆-黄旭华传记序言.txt），1）统计全文词频；2）统计指定词频，如“黄旭华”；</a:t>
            </a:r>
            <a:endParaRPr sz="2800" dirty="0">
              <a:sym typeface="+mn-ea"/>
            </a:endParaRPr>
          </a:p>
          <a:p>
            <a:pPr marL="457200" indent="-457200" algn="just">
              <a:spcAft>
                <a:spcPts val="600"/>
              </a:spcAft>
              <a:buAutoNum type="arabicPeriod"/>
            </a:pPr>
            <a:r>
              <a:rPr lang="zh-CN" sz="2800" dirty="0">
                <a:sym typeface="+mn-ea"/>
              </a:rPr>
              <a:t>阅读论文“2018-Wang 等 - Long live the scientists Tracking the scientific”，并做阅读总结（</a:t>
            </a:r>
            <a:r>
              <a:rPr lang="en-US" altLang="zh-CN" sz="2800" dirty="0">
                <a:sym typeface="+mn-ea"/>
              </a:rPr>
              <a:t>1</a:t>
            </a:r>
            <a:r>
              <a:rPr lang="zh-CN" altLang="en-US" sz="2800" dirty="0">
                <a:sym typeface="+mn-ea"/>
              </a:rPr>
              <a:t>页</a:t>
            </a:r>
            <a:r>
              <a:rPr lang="en-US" altLang="zh-CN" sz="2800" dirty="0">
                <a:sym typeface="+mn-ea"/>
              </a:rPr>
              <a:t>PPT</a:t>
            </a:r>
            <a:r>
              <a:rPr lang="zh-CN" altLang="en-US" sz="2800" dirty="0">
                <a:sym typeface="+mn-ea"/>
              </a:rPr>
              <a:t>即可</a:t>
            </a:r>
            <a:r>
              <a:rPr lang="zh-CN" sz="2800" dirty="0">
                <a:sym typeface="+mn-ea"/>
              </a:rPr>
              <a:t>）。</a:t>
            </a:r>
            <a:endParaRPr lang="zh-CN" sz="280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"/>
          <p:cNvSpPr txBox="1"/>
          <p:nvPr/>
        </p:nvSpPr>
        <p:spPr>
          <a:xfrm>
            <a:off x="500284" y="265981"/>
            <a:ext cx="5369070" cy="67454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algn="l" defTabSz="0">
              <a:lnSpc>
                <a:spcPts val="4900"/>
              </a:lnSpc>
            </a:pPr>
            <a:r>
              <a:rPr lang="zh-CN" altLang="en-US" sz="3600" b="1" dirty="0">
                <a:solidFill>
                  <a:srgbClr val="FF0000"/>
                </a:solidFill>
                <a:latin typeface="Trebuchet MS" panose="020B0603020202020204" pitchFamily="18" charset="0"/>
                <a:cs typeface="Trebuchet MS" panose="020B0603020202020204" pitchFamily="18" charset="0"/>
              </a:rPr>
              <a:t>第三讲 词云与可视化</a:t>
            </a:r>
            <a:endParaRPr lang="en-US" altLang="zh-CN" sz="3600" b="1" dirty="0">
              <a:solidFill>
                <a:srgbClr val="FF0000"/>
              </a:solidFill>
              <a:latin typeface="Trebuchet MS" panose="020B0603020202020204" pitchFamily="18" charset="0"/>
              <a:cs typeface="Trebuchet MS" panose="020B06030202020202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4819" y="1552302"/>
            <a:ext cx="11054812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AutoNum type="arabicPeriod"/>
            </a:pPr>
            <a:r>
              <a:rPr lang="zh-CN" altLang="en-US" sz="2800" dirty="0" smtClean="0">
                <a:latin typeface="+mn-ea"/>
                <a:sym typeface="+mn-ea"/>
              </a:rPr>
              <a:t>用</a:t>
            </a:r>
            <a:r>
              <a:rPr lang="zh-CN" altLang="en-US" sz="2800" dirty="0">
                <a:latin typeface="+mn-ea"/>
                <a:sym typeface="+mn-ea"/>
              </a:rPr>
              <a:t>任意一款词云工具，制作一个好看的词云（</a:t>
            </a:r>
            <a:r>
              <a:rPr lang="zh-CN" altLang="en-US" sz="2800" dirty="0" smtClean="0">
                <a:latin typeface="+mn-ea"/>
                <a:sym typeface="+mn-ea"/>
              </a:rPr>
              <a:t>内容合理即可），</a:t>
            </a:r>
            <a:r>
              <a:rPr lang="zh-CN" altLang="en-US" sz="2800" dirty="0">
                <a:latin typeface="+mn-ea"/>
                <a:sym typeface="+mn-ea"/>
              </a:rPr>
              <a:t>并对词云图有一段话的解释。</a:t>
            </a:r>
            <a:endParaRPr lang="zh-CN" altLang="en-US" sz="2800" dirty="0">
              <a:latin typeface="+mn-ea"/>
            </a:endParaRPr>
          </a:p>
          <a:p>
            <a:pPr marL="514350" indent="-514350" algn="just">
              <a:buFont typeface="+mj-lt"/>
              <a:buAutoNum type="arabicPeriod" startAt="2"/>
            </a:pPr>
            <a:r>
              <a:rPr lang="zh-CN" altLang="en-US" sz="2800" dirty="0">
                <a:latin typeface="+mn-ea"/>
                <a:sym typeface="+mn-ea"/>
              </a:rPr>
              <a:t>使用</a:t>
            </a:r>
            <a:r>
              <a:rPr lang="en-US" altLang="zh-CN" sz="2800" dirty="0" err="1">
                <a:latin typeface="+mn-ea"/>
                <a:sym typeface="+mn-ea"/>
              </a:rPr>
              <a:t>Echarts</a:t>
            </a:r>
            <a:r>
              <a:rPr lang="zh-CN" altLang="en-US" sz="2800" dirty="0">
                <a:latin typeface="+mn-ea"/>
                <a:sym typeface="+mn-ea"/>
              </a:rPr>
              <a:t>，制作</a:t>
            </a:r>
            <a:r>
              <a:rPr lang="en-US" altLang="zh-CN" sz="2800" dirty="0">
                <a:latin typeface="+mn-ea"/>
                <a:sym typeface="+mn-ea"/>
              </a:rPr>
              <a:t>3</a:t>
            </a:r>
            <a:r>
              <a:rPr lang="zh-CN" altLang="en-US" sz="2800" dirty="0">
                <a:latin typeface="+mn-ea"/>
                <a:sym typeface="+mn-ea"/>
              </a:rPr>
              <a:t>个以上图，其中一个</a:t>
            </a:r>
            <a:r>
              <a:rPr lang="zh-CN" altLang="en-US" sz="2800" u="sng" dirty="0">
                <a:solidFill>
                  <a:srgbClr val="FF0000"/>
                </a:solidFill>
                <a:latin typeface="+mn-ea"/>
                <a:sym typeface="+mn-ea"/>
              </a:rPr>
              <a:t>必须</a:t>
            </a:r>
            <a:r>
              <a:rPr lang="zh-CN" altLang="en-US" sz="2800" dirty="0">
                <a:latin typeface="+mn-ea"/>
                <a:sym typeface="+mn-ea"/>
              </a:rPr>
              <a:t>是“关系”，图的概念越明确（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sym typeface="+mn-ea"/>
              </a:rPr>
              <a:t>可解释，而不是自带的模板</a:t>
            </a:r>
            <a:r>
              <a:rPr lang="zh-CN" altLang="en-US" sz="2800" dirty="0">
                <a:latin typeface="+mn-ea"/>
                <a:sym typeface="+mn-ea"/>
              </a:rPr>
              <a:t>）越好</a:t>
            </a:r>
            <a:r>
              <a:rPr lang="zh-CN" altLang="en-US" sz="2800" dirty="0" smtClean="0">
                <a:latin typeface="+mn-ea"/>
                <a:sym typeface="+mn-ea"/>
              </a:rPr>
              <a:t>。</a:t>
            </a:r>
            <a:endParaRPr lang="en-US" altLang="zh-CN" sz="2800" dirty="0" smtClean="0">
              <a:latin typeface="+mn-ea"/>
              <a:sym typeface="+mn-ea"/>
            </a:endParaRPr>
          </a:p>
          <a:p>
            <a:pPr marL="514350" indent="-514350" algn="just">
              <a:buFont typeface="+mj-lt"/>
              <a:buAutoNum type="arabicPeriod" startAt="2"/>
            </a:pPr>
            <a:r>
              <a:rPr lang="zh-CN" altLang="en-US" sz="2800" u="sng" dirty="0" smtClean="0">
                <a:latin typeface="+mn-ea"/>
                <a:sym typeface="+mn-ea"/>
              </a:rPr>
              <a:t>使用</a:t>
            </a:r>
            <a:r>
              <a:rPr lang="en-US" altLang="zh-CN" sz="2800" u="sng" dirty="0" err="1" smtClean="0">
                <a:latin typeface="+mn-ea"/>
                <a:sym typeface="+mn-ea"/>
              </a:rPr>
              <a:t>Gehpi</a:t>
            </a:r>
            <a:r>
              <a:rPr lang="zh-CN" altLang="en-US" sz="2800" u="sng" dirty="0" smtClean="0">
                <a:latin typeface="+mn-ea"/>
                <a:sym typeface="+mn-ea"/>
              </a:rPr>
              <a:t>、</a:t>
            </a:r>
            <a:r>
              <a:rPr lang="en-US" altLang="zh-CN" sz="2800" u="sng" dirty="0" err="1" smtClean="0">
                <a:latin typeface="+mn-ea"/>
                <a:sym typeface="+mn-ea"/>
              </a:rPr>
              <a:t>VOSViewer</a:t>
            </a:r>
            <a:r>
              <a:rPr lang="zh-CN" altLang="en-US" sz="2800" u="sng" dirty="0" smtClean="0">
                <a:latin typeface="+mn-ea"/>
                <a:sym typeface="+mn-ea"/>
              </a:rPr>
              <a:t>、</a:t>
            </a:r>
            <a:r>
              <a:rPr lang="en-US" altLang="zh-CN" sz="2800" u="sng" dirty="0" err="1">
                <a:latin typeface="+mn-ea"/>
                <a:sym typeface="+mn-ea"/>
              </a:rPr>
              <a:t>C</a:t>
            </a:r>
            <a:r>
              <a:rPr lang="en-US" altLang="zh-CN" sz="2800" u="sng" dirty="0" err="1" smtClean="0">
                <a:latin typeface="+mn-ea"/>
                <a:sym typeface="+mn-ea"/>
              </a:rPr>
              <a:t>iteSpace</a:t>
            </a:r>
            <a:r>
              <a:rPr lang="en-US" altLang="zh-CN" sz="2800" u="sng" dirty="0" smtClean="0">
                <a:latin typeface="+mn-ea"/>
                <a:sym typeface="+mn-ea"/>
              </a:rPr>
              <a:t>…</a:t>
            </a:r>
            <a:r>
              <a:rPr lang="zh-CN" altLang="en-US" sz="2800" u="sng" dirty="0" smtClean="0">
                <a:latin typeface="+mn-ea"/>
                <a:sym typeface="+mn-ea"/>
              </a:rPr>
              <a:t>其中任意一款工具，绘制任意你感兴趣的图谱</a:t>
            </a:r>
            <a:r>
              <a:rPr lang="en-US" altLang="zh-CN" sz="2800" u="sng" dirty="0" smtClean="0">
                <a:latin typeface="+mn-ea"/>
                <a:sym typeface="+mn-ea"/>
              </a:rPr>
              <a:t>1-2</a:t>
            </a:r>
            <a:r>
              <a:rPr lang="zh-CN" altLang="en-US" sz="2800" u="sng" dirty="0" smtClean="0">
                <a:latin typeface="+mn-ea"/>
                <a:sym typeface="+mn-ea"/>
              </a:rPr>
              <a:t>张。</a:t>
            </a:r>
            <a:endParaRPr lang="en-US" altLang="zh-CN" sz="2800" u="sng" dirty="0">
              <a:latin typeface="+mn-ea"/>
              <a:sym typeface="+mn-ea"/>
            </a:endParaRPr>
          </a:p>
          <a:p>
            <a:pPr marL="514350" indent="-514350" algn="just">
              <a:buFont typeface="+mj-lt"/>
              <a:buAutoNum type="arabicPeriod" startAt="2"/>
            </a:pPr>
            <a:r>
              <a:rPr lang="zh-CN" altLang="en-US" sz="2800" dirty="0">
                <a:latin typeface="+mn-ea"/>
                <a:sym typeface="+mn-ea"/>
              </a:rPr>
              <a:t>采用给的程序，实现一段科学家文本的词云图绘制，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sym typeface="+mn-ea"/>
              </a:rPr>
              <a:t>越清晰越好（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sym typeface="+mn-ea"/>
              </a:rPr>
              <a:t>生成的词云图要单独拿出来）</a:t>
            </a:r>
            <a:r>
              <a:rPr lang="zh-CN" altLang="en-US" sz="2800" dirty="0">
                <a:latin typeface="+mn-ea"/>
                <a:sym typeface="+mn-ea"/>
              </a:rPr>
              <a:t>。</a:t>
            </a:r>
            <a:endParaRPr lang="zh-CN" altLang="en-US" sz="2800" dirty="0">
              <a:latin typeface="+mn-ea"/>
              <a:sym typeface="+mn-ea"/>
            </a:endParaRPr>
          </a:p>
          <a:p>
            <a:pPr algn="just"/>
            <a:endParaRPr lang="zh-CN" altLang="en-US" sz="2800" dirty="0">
              <a:latin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"/>
          <p:cNvSpPr txBox="1"/>
          <p:nvPr/>
        </p:nvSpPr>
        <p:spPr>
          <a:xfrm>
            <a:off x="500284" y="265981"/>
            <a:ext cx="10550670" cy="67373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algn="l" defTabSz="0">
              <a:lnSpc>
                <a:spcPts val="4900"/>
              </a:lnSpc>
            </a:pPr>
            <a:r>
              <a:rPr lang="zh-CN" altLang="en-US" sz="3600" b="1" dirty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第四讲 情感分析</a:t>
            </a:r>
            <a:endParaRPr lang="en-US" altLang="zh-CN" sz="3600" b="1" dirty="0">
              <a:solidFill>
                <a:srgbClr val="FF0000"/>
              </a:solidFill>
              <a:latin typeface="+mn-ea"/>
              <a:cs typeface="Trebuchet MS" panose="020B0603020202020204" pitchFamily="18" charset="0"/>
            </a:endParaRPr>
          </a:p>
        </p:txBody>
      </p:sp>
      <p:sp>
        <p:nvSpPr>
          <p:cNvPr id="5" name="Rectangle 3"/>
          <p:cNvSpPr txBox="1"/>
          <p:nvPr/>
        </p:nvSpPr>
        <p:spPr>
          <a:xfrm>
            <a:off x="937895" y="1329690"/>
            <a:ext cx="10457180" cy="4451350"/>
          </a:xfrm>
          <a:prstGeom prst="rect">
            <a:avLst/>
          </a:prstGeom>
        </p:spPr>
        <p:txBody>
          <a:bodyPr vert="horz" lIns="121920" tIns="60960" rIns="121920" bIns="60960" rtlCol="0" anchor="t">
            <a:normAutofit/>
          </a:bodyPr>
          <a:lstStyle>
            <a:lvl1pPr marL="342900" indent="-3416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448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1980" indent="-514350" algn="just">
              <a:lnSpc>
                <a:spcPct val="110000"/>
              </a:lnSpc>
              <a:buClr>
                <a:srgbClr val="0070C0"/>
              </a:buClr>
              <a:buAutoNum type="arabicPeriod"/>
            </a:pPr>
            <a:r>
              <a:rPr lang="zh-CN" altLang="en-US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使用</a:t>
            </a: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PPT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给的情感分析平台（或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其它平台），对文本情感进行分析，并截图</a:t>
            </a:r>
            <a:r>
              <a:rPr lang="zh-CN" altLang="en-US" dirty="0">
                <a:latin typeface="+mn-ea"/>
                <a:sym typeface="+mn-ea"/>
              </a:rPr>
              <a:t>；</a:t>
            </a:r>
            <a:endParaRPr lang="en-US" altLang="zh-CN" dirty="0">
              <a:latin typeface="+mn-ea"/>
            </a:endParaRPr>
          </a:p>
          <a:p>
            <a:pPr marL="601980" indent="-514350" algn="just">
              <a:lnSpc>
                <a:spcPct val="110000"/>
              </a:lnSpc>
              <a:buClr>
                <a:srgbClr val="0070C0"/>
              </a:buClr>
              <a:buAutoNum type="arabicPeriod"/>
            </a:pPr>
            <a:r>
              <a:rPr lang="zh-CN" altLang="en-US" dirty="0">
                <a:latin typeface="+mn-ea"/>
                <a:sym typeface="+mn-ea"/>
              </a:rPr>
              <a:t>完成sentiment_analysis_1</a:t>
            </a:r>
            <a:r>
              <a:rPr lang="en-US" altLang="zh-CN" dirty="0">
                <a:latin typeface="+mn-ea"/>
                <a:sym typeface="+mn-ea"/>
              </a:rPr>
              <a:t>-sentiment_analysis_4</a:t>
            </a:r>
            <a:r>
              <a:rPr lang="zh-CN" altLang="en-US" dirty="0">
                <a:latin typeface="+mn-ea"/>
                <a:sym typeface="+mn-ea"/>
              </a:rPr>
              <a:t>，</a:t>
            </a:r>
            <a:r>
              <a:rPr lang="en-US" altLang="zh-CN" dirty="0">
                <a:latin typeface="+mn-ea"/>
                <a:sym typeface="+mn-ea"/>
              </a:rPr>
              <a:t>4</a:t>
            </a:r>
            <a:r>
              <a:rPr lang="zh-CN" altLang="en-US" dirty="0">
                <a:latin typeface="+mn-ea"/>
                <a:sym typeface="+mn-ea"/>
              </a:rPr>
              <a:t>份代码。做截图，并</a:t>
            </a:r>
            <a:r>
              <a:rPr lang="zh-CN" altLang="en-US" dirty="0">
                <a:latin typeface="+mn-ea"/>
                <a:sym typeface="+mn-ea"/>
              </a:rPr>
              <a:t>简要做代码运行总结</a:t>
            </a:r>
            <a:r>
              <a:rPr lang="zh-CN" altLang="en-US" dirty="0">
                <a:latin typeface="+mn-ea"/>
                <a:sym typeface="+mn-ea"/>
              </a:rPr>
              <a:t>分析。</a:t>
            </a:r>
            <a:endParaRPr lang="zh-CN" altLang="en-US" dirty="0">
              <a:latin typeface="+mn-ea"/>
              <a:sym typeface="+mn-ea"/>
            </a:endParaRPr>
          </a:p>
          <a:p>
            <a:pPr marL="601980" indent="-514350" algn="just">
              <a:lnSpc>
                <a:spcPct val="110000"/>
              </a:lnSpc>
              <a:buClr>
                <a:srgbClr val="0070C0"/>
              </a:buClr>
              <a:buAutoNum type="arabicPeriod"/>
            </a:pPr>
            <a:endParaRPr lang="zh-CN" altLang="en-US" dirty="0">
              <a:latin typeface="+mn-ea"/>
              <a:sym typeface="+mn-ea"/>
            </a:endParaRPr>
          </a:p>
          <a:p>
            <a:pPr marL="601980" indent="-514350" algn="just">
              <a:lnSpc>
                <a:spcPct val="110000"/>
              </a:lnSpc>
              <a:buClr>
                <a:srgbClr val="0070C0"/>
              </a:buClr>
              <a:buAutoNum type="arabicPeriod"/>
            </a:pPr>
            <a:r>
              <a:rPr lang="zh-CN" altLang="en-US" dirty="0">
                <a:latin typeface="+mn-ea"/>
                <a:sym typeface="+mn-ea"/>
              </a:rPr>
              <a:t>谈一谈情感分析在营销学科</a:t>
            </a:r>
            <a:r>
              <a:rPr lang="en-US" altLang="zh-CN" dirty="0">
                <a:latin typeface="+mn-ea"/>
                <a:sym typeface="+mn-ea"/>
              </a:rPr>
              <a:t>/</a:t>
            </a:r>
            <a:r>
              <a:rPr lang="zh-CN" altLang="en-US" dirty="0">
                <a:latin typeface="+mn-ea"/>
                <a:sym typeface="+mn-ea"/>
              </a:rPr>
              <a:t>领域的应用以及价值；并且分析大语言模型（</a:t>
            </a:r>
            <a:r>
              <a:rPr lang="en-US" altLang="zh-CN" dirty="0">
                <a:latin typeface="+mn-ea"/>
                <a:sym typeface="+mn-ea"/>
              </a:rPr>
              <a:t>LLM</a:t>
            </a:r>
            <a:r>
              <a:rPr lang="zh-CN" altLang="en-US" dirty="0">
                <a:latin typeface="+mn-ea"/>
                <a:sym typeface="+mn-ea"/>
              </a:rPr>
              <a:t>）在该领域可能带来的新应用与新改变（</a:t>
            </a:r>
            <a:r>
              <a:rPr lang="zh-CN" altLang="en-US" dirty="0">
                <a:solidFill>
                  <a:srgbClr val="FF0000"/>
                </a:solidFill>
                <a:latin typeface="+mn-ea"/>
                <a:sym typeface="+mn-ea"/>
              </a:rPr>
              <a:t>仅营销</a:t>
            </a:r>
            <a:r>
              <a:rPr lang="zh-CN" altLang="en-US" dirty="0">
                <a:latin typeface="+mn-ea"/>
                <a:sym typeface="+mn-ea"/>
              </a:rPr>
              <a:t>）。</a:t>
            </a:r>
            <a:endParaRPr lang="zh-CN" altLang="en-US" dirty="0">
              <a:latin typeface="+mn-ea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"/>
          <p:cNvSpPr txBox="1"/>
          <p:nvPr/>
        </p:nvSpPr>
        <p:spPr>
          <a:xfrm>
            <a:off x="500284" y="265981"/>
            <a:ext cx="8268578" cy="67373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defTabSz="0">
              <a:lnSpc>
                <a:spcPts val="4900"/>
              </a:lnSpc>
            </a:pPr>
            <a:r>
              <a:rPr lang="zh-CN" altLang="en-US" sz="3600" b="1" dirty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第五讲 新媒体数据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分析</a:t>
            </a:r>
            <a:endParaRPr lang="zh-CN" altLang="en-US" sz="3600" b="1" dirty="0">
              <a:solidFill>
                <a:srgbClr val="FF0000"/>
              </a:solidFill>
              <a:latin typeface="+mn-ea"/>
              <a:cs typeface="Trebuchet MS" panose="020B06030202020202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61293" y="1669691"/>
            <a:ext cx="1041790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defTabSz="0">
              <a:buClr>
                <a:srgbClr val="FF0000"/>
              </a:buClr>
              <a:buAutoNum type="arabicPeriod"/>
            </a:pPr>
            <a:r>
              <a:rPr lang="zh-CN" altLang="en-US" sz="2800" dirty="0">
                <a:solidFill>
                  <a:schemeClr val="tx1"/>
                </a:solidFill>
                <a:latin typeface="+mn-ea"/>
                <a:cs typeface="Trebuchet MS" panose="020B0603020202020204" pitchFamily="18" charset="0"/>
              </a:rPr>
              <a:t>略了</a:t>
            </a:r>
            <a:r>
              <a:rPr lang="en-US" altLang="zh-CN" sz="2800" dirty="0">
                <a:solidFill>
                  <a:schemeClr val="tx1"/>
                </a:solidFill>
                <a:latin typeface="+mn-ea"/>
                <a:cs typeface="Trebuchet MS" panose="020B0603020202020204" pitchFamily="18" charset="0"/>
              </a:rPr>
              <a:t>...</a:t>
            </a:r>
            <a:endParaRPr lang="en-US" altLang="zh-CN" sz="2800" dirty="0">
              <a:solidFill>
                <a:schemeClr val="tx1"/>
              </a:solidFill>
              <a:latin typeface="+mn-ea"/>
              <a:cs typeface="Trebuchet MS" panose="020B0603020202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89539" y="953478"/>
            <a:ext cx="8253046" cy="1760670"/>
          </a:xfrm>
        </p:spPr>
        <p:txBody>
          <a:bodyPr anchor="ctr">
            <a:noAutofit/>
          </a:bodyPr>
          <a:lstStyle/>
          <a:p>
            <a:pPr eaLnBrk="1" fontAlgn="base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7200" noProof="1">
                <a:solidFill>
                  <a:srgbClr val="FF0000"/>
                </a:solidFill>
                <a:effectLst/>
                <a:sym typeface="+mn-ea"/>
              </a:rPr>
              <a:t>02 </a:t>
            </a:r>
            <a:r>
              <a:rPr lang="zh-CN" altLang="en-US" sz="4400" noProof="1" smtClean="0">
                <a:solidFill>
                  <a:srgbClr val="FF0000"/>
                </a:solidFill>
                <a:effectLst/>
                <a:sym typeface="+mn-ea"/>
              </a:rPr>
              <a:t>关联数据分析</a:t>
            </a:r>
            <a:endParaRPr lang="en-US" sz="3200" strike="noStrike" noProof="1">
              <a:solidFill>
                <a:srgbClr val="FF0000"/>
              </a:solidFill>
              <a:effectLst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03477" y="3563006"/>
            <a:ext cx="3547746" cy="2730685"/>
          </a:xfrm>
        </p:spPr>
        <p:txBody>
          <a:bodyPr rtlCol="0" anchor="ctr">
            <a:noAutofit/>
          </a:bodyPr>
          <a:lstStyle/>
          <a:p>
            <a:pPr eaLnBrk="1" fontAlgn="base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1600" strike="noStrike" kern="1500" spc="150" noProof="1"/>
              <a:t>吴志祥</a:t>
            </a:r>
            <a:endParaRPr lang="en-US" altLang="zh-CN" sz="1600" strike="noStrike" kern="1500" spc="150" noProof="1"/>
          </a:p>
          <a:p>
            <a:pPr algn="l" eaLnBrk="1" fontAlgn="base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1600" strike="noStrike" kern="1500" spc="150" noProof="1"/>
              <a:t>               18205185639  </a:t>
            </a:r>
            <a:endParaRPr lang="en-US" altLang="zh-CN" sz="1600" strike="noStrike" kern="1500" spc="150" noProof="1"/>
          </a:p>
          <a:p>
            <a:pPr eaLnBrk="1" fontAlgn="base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1600" kern="1500" spc="150" noProof="1"/>
              <a:t>  cnwzx2012@njtech.edu.cn</a:t>
            </a:r>
            <a:r>
              <a:rPr lang="en-US" altLang="zh-CN" sz="1600" strike="noStrike" kern="1500" spc="150" noProof="1"/>
              <a:t>   </a:t>
            </a:r>
            <a:endParaRPr lang="en-US" altLang="zh-CN" sz="1600" strike="noStrike" kern="1500" spc="150" noProof="1"/>
          </a:p>
          <a:p>
            <a:pPr algn="r" eaLnBrk="1" fontAlgn="base" hangingPunct="1">
              <a:lnSpc>
                <a:spcPct val="150000"/>
              </a:lnSpc>
              <a:spcAft>
                <a:spcPts val="0"/>
              </a:spcAft>
              <a:defRPr/>
            </a:pPr>
            <a:endParaRPr lang="en-US" sz="1600" strike="noStrike" kern="1500" spc="150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lIns="88750" tIns="44375" rIns="88750" bIns="44375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60" b="0" i="0" u="none" strike="noStrike" kern="1200" cap="none" spc="0" normalizeH="0" baseline="0" noProof="1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1</a:t>
            </a:r>
            <a:endParaRPr kumimoji="0" lang="zh-CN" altLang="en-US" sz="960" b="0" i="0" u="none" strike="noStrike" kern="1200" cap="none" spc="0" normalizeH="0" baseline="0" noProof="1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/>
          <p:nvPr/>
        </p:nvSpPr>
        <p:spPr>
          <a:xfrm>
            <a:off x="437515" y="1329690"/>
            <a:ext cx="11455400" cy="4211320"/>
          </a:xfrm>
          <a:prstGeom prst="rect">
            <a:avLst/>
          </a:prstGeom>
        </p:spPr>
        <p:txBody>
          <a:bodyPr vert="horz" lIns="121920" tIns="60960" rIns="121920" bIns="60960" rtlCol="0" anchor="t">
            <a:normAutofit/>
          </a:bodyPr>
          <a:lstStyle>
            <a:lvl1pPr marL="342900" indent="-3416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448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1980" indent="-514350" algn="just">
              <a:lnSpc>
                <a:spcPct val="110000"/>
              </a:lnSpc>
              <a:buClr>
                <a:srgbClr val="0070C0"/>
              </a:buClr>
              <a:buFont typeface="Wingdings" panose="05000000000000000000" pitchFamily="2" charset="2"/>
              <a:buAutoNum type="arabicPeriod"/>
            </a:pPr>
            <a:r>
              <a:rPr lang="zh-CN" altLang="en-US" u="sng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实际产业案例分析：使用</a:t>
            </a:r>
            <a:r>
              <a:rPr lang="en-US" altLang="zh-CN" u="sng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3-5</a:t>
            </a:r>
            <a:r>
              <a:rPr lang="zh-CN" altLang="en-US" u="sng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页</a:t>
            </a:r>
            <a:r>
              <a:rPr lang="en-US" altLang="zh-CN" u="sng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PPT</a:t>
            </a:r>
            <a:r>
              <a:rPr lang="zh-CN" altLang="en-US" u="sng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对“阿里商品大脑”、“美团大脑”、“丁香医生知识图谱”、“领英知识图谱”</a:t>
            </a:r>
            <a:r>
              <a:rPr lang="en-US" altLang="zh-CN" u="sng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…</a:t>
            </a:r>
            <a:r>
              <a:rPr lang="zh-CN" altLang="en-US" u="sng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其中任意一家机构</a:t>
            </a:r>
            <a:r>
              <a:rPr lang="en-US" altLang="zh-CN" u="sng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u="sng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公司最新的知识图谱生态构建，进行简要介绍与分析。要求：需要是最新进展（不能复制课程</a:t>
            </a:r>
            <a:r>
              <a:rPr lang="en-US" altLang="zh-CN" u="sng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PPT</a:t>
            </a:r>
            <a:r>
              <a:rPr lang="zh-CN" altLang="en-US" u="sng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中的内容）；可以是一个简单的案例；有自己的评价。自由发挥。（</a:t>
            </a:r>
            <a:r>
              <a:rPr lang="zh-CN" altLang="en-US" u="sng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营销、信管，都可以结合自己的专业兴趣，自由选择分析对象）</a:t>
            </a:r>
            <a:endParaRPr lang="zh-CN" altLang="en-US" u="sng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10760" y="272024"/>
            <a:ext cx="5392517" cy="67373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algn="l" defTabSz="0">
              <a:lnSpc>
                <a:spcPts val="4900"/>
              </a:lnSpc>
            </a:pPr>
            <a:r>
              <a:rPr lang="zh-CN" altLang="en-US" sz="3600" b="1" dirty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第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六讲 知识</a:t>
            </a:r>
            <a:r>
              <a:rPr lang="zh-CN" altLang="en-US" sz="3600" b="1" dirty="0" smtClean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图谱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理念</a:t>
            </a:r>
            <a:endParaRPr lang="en-US" altLang="zh-CN" sz="3600" b="1" dirty="0">
              <a:solidFill>
                <a:srgbClr val="FF0000"/>
              </a:solidFill>
              <a:latin typeface="+mn-ea"/>
              <a:cs typeface="Trebuchet MS" panose="020B0603020202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/>
          <p:nvPr/>
        </p:nvSpPr>
        <p:spPr>
          <a:xfrm>
            <a:off x="437515" y="1329690"/>
            <a:ext cx="11455400" cy="4211320"/>
          </a:xfrm>
          <a:prstGeom prst="rect">
            <a:avLst/>
          </a:prstGeom>
        </p:spPr>
        <p:txBody>
          <a:bodyPr vert="horz" lIns="121920" tIns="60960" rIns="121920" bIns="60960" rtlCol="0" anchor="t">
            <a:normAutofit lnSpcReduction="10000"/>
          </a:bodyPr>
          <a:lstStyle>
            <a:lvl1pPr marL="342900" indent="-3416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448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1980" indent="-514350" algn="just">
              <a:lnSpc>
                <a:spcPct val="110000"/>
              </a:lnSpc>
              <a:buClr>
                <a:srgbClr val="0070C0"/>
              </a:buClr>
              <a:buFont typeface="Wingdings" panose="05000000000000000000" pitchFamily="2" charset="2"/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使用</a:t>
            </a: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PPT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中知识图谱链接平台，检索、截图（大词林等，可用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的）；</a:t>
            </a:r>
            <a:endParaRPr lang="zh-CN" altLang="en-US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01980" indent="-514350" algn="just">
              <a:lnSpc>
                <a:spcPct val="110000"/>
              </a:lnSpc>
              <a:buClr>
                <a:srgbClr val="0070C0"/>
              </a:buClr>
              <a:buFont typeface="Wingdings" panose="05000000000000000000" pitchFamily="2" charset="2"/>
              <a:buAutoNum type="arabicPeriod"/>
            </a:pP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使用</a:t>
            </a:r>
            <a:r>
              <a:rPr lang="zh-CN" altLang="en-US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白板建模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绘制一个你感兴趣的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“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知识图谱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”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，可以是人物关系，也可以是事物关系，或者概念之间的关系等等，并解释你绘制的图谱；</a:t>
            </a:r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01980" indent="-514350">
              <a:lnSpc>
                <a:spcPct val="110000"/>
              </a:lnSpc>
              <a:buClr>
                <a:srgbClr val="0070C0"/>
              </a:buClr>
              <a:buFont typeface="Wingdings" panose="05000000000000000000" pitchFamily="2" charset="2"/>
              <a:buAutoNum type="arabicPeriod"/>
            </a:pP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使用</a:t>
            </a:r>
            <a:r>
              <a:rPr lang="en-US" altLang="zh-CN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echarts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中的关系图，绘制作业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）中的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“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知识图谱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”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dirty="0" smtClean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01980" indent="-514350" algn="just">
              <a:lnSpc>
                <a:spcPct val="110000"/>
              </a:lnSpc>
              <a:buClr>
                <a:srgbClr val="0070C0"/>
              </a:buClr>
              <a:buFont typeface="Wingdings" panose="05000000000000000000" pitchFamily="2" charset="2"/>
              <a:buAutoNum type="arabicPeriod"/>
            </a:pPr>
            <a:r>
              <a:rPr lang="zh-CN" altLang="en-US" u="sng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使用</a:t>
            </a:r>
            <a:r>
              <a:rPr lang="en-US" altLang="zh-CN" u="sng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Neo4j</a:t>
            </a:r>
            <a:r>
              <a:rPr lang="zh-CN" altLang="en-US" u="sng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（可在线版本），编程绘制一款（简单）知识图谱（内容不限）（</a:t>
            </a:r>
            <a:r>
              <a:rPr lang="zh-CN" altLang="en-US" u="sng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仅信管</a:t>
            </a:r>
            <a:r>
              <a:rPr lang="zh-CN" altLang="en-US" u="sng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）。</a:t>
            </a:r>
            <a:endParaRPr lang="zh-CN" altLang="en-US" u="sng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10760" y="272024"/>
            <a:ext cx="7717144" cy="67373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algn="l" defTabSz="0">
              <a:lnSpc>
                <a:spcPts val="4900"/>
              </a:lnSpc>
            </a:pPr>
            <a:r>
              <a:rPr lang="zh-CN" altLang="en-US" sz="3600" b="1" dirty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第六</a:t>
            </a:r>
            <a:r>
              <a:rPr lang="zh-CN" altLang="en-US" sz="3600" b="1" dirty="0" smtClean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讲（</a:t>
            </a:r>
            <a:r>
              <a:rPr lang="en-US" altLang="zh-CN" sz="3600" b="1" dirty="0" smtClean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2</a:t>
            </a:r>
            <a:r>
              <a:rPr lang="zh-CN" altLang="en-US" sz="3600" b="1" dirty="0" smtClean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） 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知识</a:t>
            </a:r>
            <a:r>
              <a:rPr lang="zh-CN" altLang="en-US" sz="3600" b="1" dirty="0" smtClean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图谱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工具</a:t>
            </a:r>
            <a:endParaRPr lang="en-US" altLang="zh-CN" sz="3600" b="1" dirty="0">
              <a:solidFill>
                <a:srgbClr val="FF0000"/>
              </a:solidFill>
              <a:latin typeface="+mn-ea"/>
              <a:cs typeface="Trebuchet MS" panose="020B0603020202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/>
          <p:nvPr/>
        </p:nvSpPr>
        <p:spPr>
          <a:xfrm>
            <a:off x="437662" y="1329523"/>
            <a:ext cx="10957169" cy="4211585"/>
          </a:xfrm>
          <a:prstGeom prst="rect">
            <a:avLst/>
          </a:prstGeom>
        </p:spPr>
        <p:txBody>
          <a:bodyPr vert="horz" lIns="121920" tIns="60960" rIns="121920" bIns="60960" rtlCol="0" anchor="t"/>
          <a:lstStyle>
            <a:lvl1pPr marL="342900" indent="-3416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448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7630" indent="0">
              <a:lnSpc>
                <a:spcPct val="110000"/>
              </a:lnSpc>
              <a:buClr>
                <a:srgbClr val="0070C0"/>
              </a:buClr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加分：</a:t>
            </a:r>
            <a:endParaRPr lang="en-US" altLang="zh-CN" sz="24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01980" indent="-514350">
              <a:lnSpc>
                <a:spcPct val="110000"/>
              </a:lnSpc>
              <a:buClr>
                <a:srgbClr val="0070C0"/>
              </a:buClr>
              <a:buAutoNum type="arabicPeriod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6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讲的每个作业点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60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分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；</a:t>
            </a:r>
            <a:endParaRPr lang="en-US" altLang="zh-CN" sz="24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01980" indent="-514350">
              <a:lnSpc>
                <a:spcPct val="110000"/>
              </a:lnSpc>
              <a:buClr>
                <a:srgbClr val="0070C0"/>
              </a:buClr>
              <a:buAutoNum type="arabicPeriod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作业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PPT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，内容充分，展示清晰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40</a:t>
            </a:r>
            <a:r>
              <a:rPr lang="zh-CN" altLang="en-US" sz="2400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分；</a:t>
            </a:r>
            <a:endParaRPr lang="en-US" altLang="zh-CN" sz="2400" dirty="0" smtClean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7630" indent="0">
              <a:lnSpc>
                <a:spcPct val="110000"/>
              </a:lnSpc>
              <a:buClr>
                <a:srgbClr val="0070C0"/>
              </a:buClr>
              <a:buNone/>
            </a:pPr>
            <a:endParaRPr lang="en-US" altLang="zh-CN" sz="24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7630" indent="0">
              <a:lnSpc>
                <a:spcPct val="110000"/>
              </a:lnSpc>
              <a:buClr>
                <a:srgbClr val="0070C0"/>
              </a:buClr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减分：</a:t>
            </a:r>
            <a:endParaRPr lang="en-US" altLang="zh-CN" sz="24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01980" indent="-514350">
              <a:lnSpc>
                <a:spcPct val="110000"/>
              </a:lnSpc>
              <a:buClr>
                <a:srgbClr val="0070C0"/>
              </a:buClr>
              <a:buAutoNum type="arabicPeriod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缺少一个作业点，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-10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；</a:t>
            </a:r>
            <a:endParaRPr lang="en-US" altLang="zh-CN" sz="24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01980" indent="-514350">
              <a:lnSpc>
                <a:spcPct val="110000"/>
              </a:lnSpc>
              <a:buClr>
                <a:srgbClr val="0070C0"/>
              </a:buClr>
              <a:buAutoNum type="arabicPeriod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马虎交差，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PPT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混乱，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65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分以下。</a:t>
            </a:r>
            <a:endParaRPr lang="zh-CN" altLang="en-US" sz="24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01980" indent="-514350">
              <a:lnSpc>
                <a:spcPct val="110000"/>
              </a:lnSpc>
              <a:buClr>
                <a:srgbClr val="0070C0"/>
              </a:buClr>
              <a:buAutoNum type="arabicPeriod"/>
            </a:pPr>
            <a:endParaRPr lang="zh-CN" altLang="en-US" sz="24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7630" indent="0">
              <a:lnSpc>
                <a:spcPct val="110000"/>
              </a:lnSpc>
              <a:buClr>
                <a:srgbClr val="0070C0"/>
              </a:buClr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说明：</a:t>
            </a:r>
            <a:endParaRPr lang="zh-CN" altLang="en-US" sz="24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7630" indent="0" algn="just">
              <a:lnSpc>
                <a:spcPct val="110000"/>
              </a:lnSpc>
              <a:buClr>
                <a:srgbClr val="0070C0"/>
              </a:buClr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Arial Bold" panose="020B0604020202090204" charset="0"/>
                <a:cs typeface="Times New Roman" panose="02020503050405090304" pitchFamily="18" charset="0"/>
              </a:rPr>
              <a:t>以上所有内容，没有标注区分的，信管、营销都需要完成，特别标注仅信管、仅营销，可区分</a:t>
            </a:r>
            <a:r>
              <a:rPr lang="zh-CN" altLang="en-US" sz="2400" b="1" dirty="0">
                <a:solidFill>
                  <a:srgbClr val="FF0000"/>
                </a:solidFill>
                <a:latin typeface="Arial Bold" panose="020B0604020202090204" charset="0"/>
                <a:cs typeface="Times New Roman" panose="02020503050405090304" pitchFamily="18" charset="0"/>
              </a:rPr>
              <a:t>完成。</a:t>
            </a:r>
            <a:endParaRPr lang="zh-CN" altLang="en-US" sz="2400" b="1" dirty="0">
              <a:solidFill>
                <a:srgbClr val="FF0000"/>
              </a:solidFill>
              <a:latin typeface="Arial Bold" panose="020B0604020202090204" charset="0"/>
              <a:cs typeface="Times New Roman" panose="02020503050405090304" pitchFamily="18" charset="0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766005" y="272024"/>
            <a:ext cx="7598231" cy="674544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algn="l" defTabSz="0">
              <a:lnSpc>
                <a:spcPts val="4900"/>
              </a:lnSpc>
            </a:pPr>
            <a:r>
              <a:rPr lang="zh-CN" altLang="en-US" sz="3600" b="1" dirty="0" smtClean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评分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标准（总</a:t>
            </a:r>
            <a:r>
              <a:rPr lang="en-US" altLang="zh-CN" sz="3600" b="1" dirty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100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分）</a:t>
            </a:r>
            <a:endParaRPr lang="en-US" altLang="zh-CN" sz="3600" b="1" dirty="0">
              <a:solidFill>
                <a:srgbClr val="FF0000"/>
              </a:solidFill>
              <a:latin typeface="+mn-ea"/>
              <a:cs typeface="Trebuchet MS" panose="020B0603020202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/>
          <p:nvPr/>
        </p:nvSpPr>
        <p:spPr>
          <a:xfrm>
            <a:off x="437662" y="1329523"/>
            <a:ext cx="10957169" cy="4211585"/>
          </a:xfrm>
          <a:prstGeom prst="rect">
            <a:avLst/>
          </a:prstGeom>
        </p:spPr>
        <p:txBody>
          <a:bodyPr vert="horz" lIns="121920" tIns="60960" rIns="121920" bIns="60960" rtlCol="0" anchor="t">
            <a:normAutofit/>
          </a:bodyPr>
          <a:lstStyle>
            <a:lvl1pPr marL="342900" indent="-3416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448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1980" indent="-514350">
              <a:lnSpc>
                <a:spcPct val="110000"/>
              </a:lnSpc>
              <a:buClr>
                <a:srgbClr val="0070C0"/>
              </a:buClr>
              <a:buAutoNum type="arabicPeriod"/>
            </a:pPr>
            <a:r>
              <a:rPr lang="zh-CN" altLang="en-US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每位同学一份</a:t>
            </a:r>
            <a:r>
              <a:rPr lang="en-US" altLang="zh-CN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PPT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PDF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版本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（名称：学号</a:t>
            </a:r>
            <a:r>
              <a:rPr lang="en-US" altLang="zh-CN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+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姓名），所有作业内容，按照每讲顺序依次放置，标清楚是哪一讲作业。</a:t>
            </a:r>
            <a:endParaRPr lang="en-US" altLang="zh-CN" dirty="0" smtClean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01980" indent="-514350" algn="just">
              <a:lnSpc>
                <a:spcPct val="110000"/>
              </a:lnSpc>
              <a:buClr>
                <a:srgbClr val="0070C0"/>
              </a:buClr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每个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班一个压缩文件夹，学委统一发我邮箱：</a:t>
            </a:r>
            <a:r>
              <a:rPr lang="en-US" altLang="zh-CN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hlinkClick r:id="rId1"/>
              </a:rPr>
              <a:t>1030624832@qq.com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dirty="0" smtClean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01980" indent="-514350" algn="just">
              <a:lnSpc>
                <a:spcPct val="110000"/>
              </a:lnSpc>
              <a:buClr>
                <a:srgbClr val="0070C0"/>
              </a:buClr>
              <a:buAutoNum type="arabicPeriod"/>
            </a:pPr>
            <a:r>
              <a:rPr lang="zh-CN" altLang="en-US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第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18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周前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提交作业</a:t>
            </a:r>
            <a:r>
              <a:rPr lang="zh-CN" altLang="en-US" dirty="0" smtClean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即可。</a:t>
            </a:r>
            <a:endParaRPr lang="en-US" altLang="zh-CN" dirty="0" smtClean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01980" indent="-514350">
              <a:lnSpc>
                <a:spcPct val="110000"/>
              </a:lnSpc>
              <a:buClr>
                <a:srgbClr val="0070C0"/>
              </a:buClr>
              <a:buAutoNum type="arabicPeriod"/>
            </a:pPr>
            <a:endParaRPr lang="en-US" altLang="zh-CN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7630" indent="0">
              <a:lnSpc>
                <a:spcPct val="110000"/>
              </a:lnSpc>
              <a:buClr>
                <a:srgbClr val="0070C0"/>
              </a:buClr>
              <a:buNone/>
            </a:pPr>
            <a:endParaRPr lang="en-US" altLang="zh-CN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766005" y="272024"/>
            <a:ext cx="7598231" cy="67373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algn="l" defTabSz="0">
              <a:lnSpc>
                <a:spcPts val="4900"/>
              </a:lnSpc>
            </a:pPr>
            <a:r>
              <a:rPr lang="en-US" altLang="zh-CN" sz="3600" b="1" dirty="0" smtClean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1-</a:t>
            </a:r>
            <a:r>
              <a:rPr lang="zh-CN" altLang="en-US" sz="3600" b="1" dirty="0" smtClean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个人</a:t>
            </a:r>
            <a:r>
              <a:rPr lang="zh-CN" altLang="en-US" sz="3600" b="1" dirty="0" smtClean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作业提交要求</a:t>
            </a:r>
            <a:endParaRPr lang="en-US" altLang="zh-CN" sz="3600" b="1" dirty="0">
              <a:solidFill>
                <a:srgbClr val="FF0000"/>
              </a:solidFill>
              <a:latin typeface="+mn-ea"/>
              <a:cs typeface="Trebuchet MS" panose="020B0603020202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/>
          <p:nvPr/>
        </p:nvSpPr>
        <p:spPr>
          <a:xfrm>
            <a:off x="437662" y="1329523"/>
            <a:ext cx="10957169" cy="4211585"/>
          </a:xfrm>
          <a:prstGeom prst="rect">
            <a:avLst/>
          </a:prstGeom>
        </p:spPr>
        <p:txBody>
          <a:bodyPr vert="horz" lIns="121920" tIns="60960" rIns="121920" bIns="60960" rtlCol="0" anchor="t">
            <a:normAutofit lnSpcReduction="10000"/>
          </a:bodyPr>
          <a:lstStyle>
            <a:lvl1pPr marL="342900" indent="-3416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448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1980" indent="-514350">
              <a:lnSpc>
                <a:spcPct val="110000"/>
              </a:lnSpc>
              <a:buClr>
                <a:srgbClr val="0070C0"/>
              </a:buClr>
              <a:buAutoNum type="arabicPeriod"/>
            </a:pP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</a:t>
            </a:r>
            <a:r>
              <a:rPr lang="en-US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汇报完毕，可能增加线上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汇报。</a:t>
            </a:r>
            <a:endParaRPr lang="zh-CN" altLang="en-US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01980" indent="-514350">
              <a:lnSpc>
                <a:spcPct val="110000"/>
              </a:lnSpc>
              <a:buClr>
                <a:srgbClr val="0070C0"/>
              </a:buClr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每组提交一份</a:t>
            </a: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github地址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放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共享文档即可）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github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存放：案例项目说明、汇报</a:t>
            </a: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PPT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、所有可运行代码、所有使用到的数据、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每位小组成员的个人案例总结（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2-3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页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word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文档，小四字体、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1.25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倍</a:t>
            </a:r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间距）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、其它补充材料。（注意：务必保障可复现）</a:t>
            </a:r>
            <a:endParaRPr lang="zh-CN" altLang="en-US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01980" indent="-514350">
              <a:lnSpc>
                <a:spcPct val="110000"/>
              </a:lnSpc>
              <a:buClr>
                <a:srgbClr val="0070C0"/>
              </a:buClr>
              <a:buAutoNum type="arabicPeriod"/>
            </a:pP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提交时间：</a:t>
            </a:r>
            <a:r>
              <a:rPr lang="en-US" altLang="zh-CN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18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周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前（同个人</a:t>
            </a:r>
            <a:r>
              <a:rPr lang="zh-CN" altLang="en-US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作业）。</a:t>
            </a:r>
            <a:endParaRPr lang="zh-CN" altLang="en-US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01980" indent="-514350">
              <a:lnSpc>
                <a:spcPct val="110000"/>
              </a:lnSpc>
              <a:buClr>
                <a:srgbClr val="0070C0"/>
              </a:buClr>
              <a:buAutoNum type="arabicPeriod"/>
            </a:pPr>
            <a:endParaRPr lang="en-US" altLang="zh-CN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7630" indent="0">
              <a:lnSpc>
                <a:spcPct val="110000"/>
              </a:lnSpc>
              <a:buClr>
                <a:srgbClr val="0070C0"/>
              </a:buClr>
              <a:buNone/>
            </a:pPr>
            <a:endParaRPr lang="en-US" altLang="zh-CN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766005" y="272024"/>
            <a:ext cx="7598231" cy="67373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algn="l" defTabSz="0">
              <a:lnSpc>
                <a:spcPts val="4900"/>
              </a:lnSpc>
            </a:pPr>
            <a:r>
              <a:rPr lang="en-US" altLang="zh-CN" sz="3600" b="1" dirty="0" smtClean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2-</a:t>
            </a:r>
            <a:r>
              <a:rPr lang="zh-CN" altLang="en-US" sz="3600" b="1" dirty="0" smtClean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小组案例汇报</a:t>
            </a:r>
            <a:r>
              <a:rPr lang="zh-CN" altLang="en-US" sz="3600" b="1" dirty="0" smtClean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与提交要求</a:t>
            </a:r>
            <a:endParaRPr lang="en-US" altLang="zh-CN" sz="3600" b="1" dirty="0">
              <a:solidFill>
                <a:srgbClr val="FF0000"/>
              </a:solidFill>
              <a:latin typeface="+mn-ea"/>
              <a:cs typeface="Trebuchet MS" panose="020B0603020202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/>
          <p:nvPr/>
        </p:nvSpPr>
        <p:spPr>
          <a:xfrm>
            <a:off x="437662" y="1329523"/>
            <a:ext cx="10957169" cy="4211585"/>
          </a:xfrm>
          <a:prstGeom prst="rect">
            <a:avLst/>
          </a:prstGeom>
        </p:spPr>
        <p:txBody>
          <a:bodyPr vert="horz" lIns="121920" tIns="60960" rIns="121920" bIns="60960" rtlCol="0" anchor="t"/>
          <a:lstStyle>
            <a:lvl1pPr marL="342900" indent="-3416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448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7330" algn="l" defTabSz="914400" rtl="0" eaLnBrk="1" latinLnBrk="0" hangingPunct="1">
              <a:spcBef>
                <a:spcPts val="95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7630" indent="0">
              <a:lnSpc>
                <a:spcPct val="110000"/>
              </a:lnSpc>
              <a:buClr>
                <a:srgbClr val="0070C0"/>
              </a:buClr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1. 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信管成绩由：平时汇总作业（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40%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）、小组案例报告（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45%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）、个人案例总结报告（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15%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）三部分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组成；</a:t>
            </a:r>
            <a:endParaRPr lang="zh-CN" altLang="en-US" sz="24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7630" indent="0">
              <a:lnSpc>
                <a:spcPct val="110000"/>
              </a:lnSpc>
              <a:buClr>
                <a:srgbClr val="0070C0"/>
              </a:buClr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2. 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营销成绩由：平时汇总作业（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100%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），有小组案例同学额外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加分。</a:t>
            </a:r>
            <a:endParaRPr lang="zh-CN" altLang="en-US" sz="24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7630" indent="0">
              <a:lnSpc>
                <a:spcPct val="110000"/>
              </a:lnSpc>
              <a:buClr>
                <a:srgbClr val="0070C0"/>
              </a:buClr>
              <a:buNone/>
            </a:pPr>
            <a:endParaRPr lang="zh-CN" altLang="en-US" sz="2400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766005" y="272024"/>
            <a:ext cx="7598231" cy="673735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 algn="l" defTabSz="0">
              <a:lnSpc>
                <a:spcPts val="4900"/>
              </a:lnSpc>
            </a:pPr>
            <a:r>
              <a:rPr lang="zh-CN" altLang="en-US" sz="3600" b="1" dirty="0" smtClean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期末成绩总评</a:t>
            </a:r>
            <a:r>
              <a:rPr lang="zh-CN" altLang="en-US" sz="3600" b="1" dirty="0" smtClean="0">
                <a:solidFill>
                  <a:srgbClr val="FF0000"/>
                </a:solidFill>
                <a:latin typeface="+mn-ea"/>
                <a:cs typeface="Trebuchet MS" panose="020B0603020202020204" pitchFamily="18" charset="0"/>
              </a:rPr>
              <a:t>说明</a:t>
            </a:r>
            <a:endParaRPr lang="zh-CN" altLang="en-US" sz="3600" b="1" dirty="0" smtClean="0">
              <a:solidFill>
                <a:srgbClr val="FF0000"/>
              </a:solidFill>
              <a:latin typeface="+mn-ea"/>
              <a:cs typeface="Trebuchet MS" panose="020B060302020202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3"/>
          <p:cNvSpPr>
            <a:spLocks noGrp="1"/>
          </p:cNvSpPr>
          <p:nvPr>
            <p:ph type="body" idx="4294967295"/>
          </p:nvPr>
        </p:nvSpPr>
        <p:spPr>
          <a:xfrm>
            <a:off x="1280161" y="1479681"/>
            <a:ext cx="5063884" cy="4328795"/>
          </a:xfrm>
        </p:spPr>
        <p:txBody>
          <a:bodyPr lIns="121920" tIns="60960" rIns="121920" bIns="60960" anchor="t">
            <a:normAutofit/>
          </a:bodyPr>
          <a:lstStyle/>
          <a:p>
            <a:pPr marL="87630" lvl="0" indent="0" algn="ctr">
              <a:lnSpc>
                <a:spcPct val="110000"/>
              </a:lnSpc>
              <a:buNone/>
            </a:pPr>
            <a:endParaRPr lang="en-US" altLang="zh-CN" sz="4800" i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87630" lvl="0" indent="0" algn="ctr">
              <a:lnSpc>
                <a:spcPct val="110000"/>
              </a:lnSpc>
              <a:buNone/>
            </a:pPr>
            <a:r>
              <a:rPr lang="zh-CN" altLang="en-US" sz="4800" i="1" dirty="0" smtClean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做难事必有所成！请</a:t>
            </a:r>
            <a:r>
              <a:rPr lang="zh-CN" altLang="en-US" sz="4800" i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503050405090304" pitchFamily="18" charset="0"/>
              </a:rPr>
              <a:t>认真完成作业！加油！</a:t>
            </a:r>
            <a:endParaRPr lang="en-US" altLang="zh-CN" sz="4800" i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503050405090304" pitchFamily="18" charset="0"/>
            </a:endParaRPr>
          </a:p>
          <a:p>
            <a:pPr marL="87630" lvl="0" indent="0" algn="ctr">
              <a:lnSpc>
                <a:spcPct val="110000"/>
              </a:lnSpc>
              <a:buNone/>
            </a:pPr>
            <a:endParaRPr lang="en-US" altLang="zh-CN" sz="4800" i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992" y="667583"/>
            <a:ext cx="4010749" cy="55894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1980</Words>
  <Application>WPS 演示</Application>
  <PresentationFormat>宽屏</PresentationFormat>
  <Paragraphs>112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7" baseType="lpstr">
      <vt:lpstr>Arial</vt:lpstr>
      <vt:lpstr>宋体</vt:lpstr>
      <vt:lpstr>Wingdings</vt:lpstr>
      <vt:lpstr>Calibri Light</vt:lpstr>
      <vt:lpstr>Helvetica Neue</vt:lpstr>
      <vt:lpstr>汉仪书宋二KW</vt:lpstr>
      <vt:lpstr>Times New Roman</vt:lpstr>
      <vt:lpstr>华文楷体</vt:lpstr>
      <vt:lpstr>黑体</vt:lpstr>
      <vt:lpstr>汉仪中黑KW</vt:lpstr>
      <vt:lpstr>Trebuchet MS</vt:lpstr>
      <vt:lpstr>Calibri</vt:lpstr>
      <vt:lpstr>Arial Bold</vt:lpstr>
      <vt:lpstr>楷体</vt:lpstr>
      <vt:lpstr>汉仪楷体KW</vt:lpstr>
      <vt:lpstr>微软雅黑</vt:lpstr>
      <vt:lpstr>汉仪旗黑</vt:lpstr>
      <vt:lpstr>宋体</vt:lpstr>
      <vt:lpstr>Arial Unicode MS</vt:lpstr>
      <vt:lpstr>Calibri</vt:lpstr>
      <vt:lpstr>Office Theme</vt:lpstr>
      <vt:lpstr>1_Office 主题</vt:lpstr>
      <vt:lpstr>用户数据采集与关联分析 （结课作业）</vt:lpstr>
      <vt:lpstr>01 文本数据分析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02 关联数据分析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fish</dc:creator>
  <cp:lastModifiedBy>little 吴</cp:lastModifiedBy>
  <cp:revision>1975</cp:revision>
  <dcterms:created xsi:type="dcterms:W3CDTF">2025-11-25T03:03:49Z</dcterms:created>
  <dcterms:modified xsi:type="dcterms:W3CDTF">2025-11-25T03:03:49Z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2052-6.2.1.8344</vt:lpwstr>
  </property>
  <property fmtid="{D5CDD505-2E9C-101B-9397-08002B2CF9AE}" pid="3" name="ICV">
    <vt:lpwstr>6781342FDD0049B39D21920E6ED44C09</vt:lpwstr>
  </property>
</Properties>
</file>